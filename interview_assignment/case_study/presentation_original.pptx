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</p:sldMasterIdLst>
  <p:notesMasterIdLst>
    <p:notesMasterId r:id="rId22"/>
  </p:notesMasterIdLst>
  <p:sldIdLst>
    <p:sldId id="256" r:id="rId5"/>
    <p:sldId id="2147474627" r:id="rId6"/>
    <p:sldId id="2147474639" r:id="rId7"/>
    <p:sldId id="2147474631" r:id="rId8"/>
    <p:sldId id="2147474628" r:id="rId9"/>
    <p:sldId id="2147474632" r:id="rId10"/>
    <p:sldId id="2147474634" r:id="rId11"/>
    <p:sldId id="2147474635" r:id="rId12"/>
    <p:sldId id="2147474636" r:id="rId13"/>
    <p:sldId id="2147474633" r:id="rId14"/>
    <p:sldId id="2147474637" r:id="rId15"/>
    <p:sldId id="2147474629" r:id="rId16"/>
    <p:sldId id="2147474630" r:id="rId17"/>
    <p:sldId id="2147474638" r:id="rId18"/>
    <p:sldId id="2147474640" r:id="rId19"/>
    <p:sldId id="2147474642" r:id="rId20"/>
    <p:sldId id="2147474626" r:id="rId21"/>
  </p:sldIdLst>
  <p:sldSz cx="12192000" cy="6858000"/>
  <p:notesSz cx="6858000" cy="9144000"/>
  <p:custDataLst>
    <p:tags r:id="rId2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55" autoAdjust="0"/>
  </p:normalViewPr>
  <p:slideViewPr>
    <p:cSldViewPr showGuides="1">
      <p:cViewPr varScale="1">
        <p:scale>
          <a:sx n="155" d="100"/>
          <a:sy n="155" d="100"/>
        </p:scale>
        <p:origin x="270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2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1982 228 24575,'-14'-11'0,"1"0"0,-2 2 0,1-1 0,-32-13 0,8 3 0,-8-3 0,0 1 0,-1 3 0,-1 2 0,0 2 0,-1 2 0,-1 3 0,0 1 0,0 3 0,-95 0 0,14 4 0,50 0 0,1 3 0,-90 13 0,134-7 0,1 2 0,-1 0 0,2 3 0,-1 1 0,2 1 0,0 2 0,1 1 0,0 2 0,2 1 0,0 1 0,1 2 0,2 1 0,0 1 0,1 1 0,2 1 0,1 2 0,1 0 0,1 1 0,-32 65 0,29-35 0,2 0 0,-13 66 0,33-119 0,-1 7 0,-12 34 0,14-47 0,1 0 0,0-1 0,-1 1 0,1-1 0,0 1 0,-1-1 0,1 1 0,-1-1 0,1 0 0,-1 1 0,1-1 0,-1 1 0,1-1 0,-1 0 0,1 1 0,-1-1 0,1 0 0,-1 0 0,0 0 0,1 1 0,-1-1 0,1 0 0,-1 0 0,-1 0 0,1-1 0,-1 1 0,1-1 0,0 1 0,0-1 0,-1 0 0,1 1 0,0-1 0,0 0 0,0 0 0,0 0 0,0 0 0,0 0 0,0 0 0,0 0 0,-1-3 0,-3-5 0,0 0 0,0 0 0,1-1 0,1 1 0,-5-17 0,-11-27 0,31 69 0,0 0 0,1-1 0,1-1 0,0 0 0,28 20 0,37 36 0,-70-62-1365,-1-1-5461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3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24575,'2'1'0,"0"-1"0,0 1 0,-1 0 0,1 0 0,-1 0 0,1 0 0,0 0 0,-1 0 0,0 0 0,1 0 0,-1 1 0,0-1 0,1 1 0,-1-1 0,0 1 0,1 2 0,20 33 0,-17-28 0,13 25 0,22 56 0,-25-53 0,-15-36 0,1 0 0,-1 0 0,1 1 0,-1-1 0,1 0 0,-1 0 0,0 0 0,1 0 0,-1 1 0,0-1 0,0 0 0,0 0 0,0 1 0,0-1 0,0 0 0,0 0 0,-1 0 0,1 1 0,0-1 0,-1 0 0,1 0 0,-1 0 0,1 0 0,-1 1 0,1-1 0,-1 0 0,0 0 0,1 0 0,-1-1 0,0 1 0,0 0 0,0 0 0,0 0 0,0 0 0,0-1 0,0 1 0,0 0 0,0-1 0,0 1 0,-2 0 0,-6 1 0,0 1 0,-1-2 0,1 1 0,-17 0 0,-16 3 0,23 1-97,10-4-114,0 0-1,0 1 1,1 1 0,-1-1-1,-13 9 1,11-3-6615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03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264 469 24575,'-3'0'0,"0"1"0,1 0 0,-1 0 0,0 0 0,1 0 0,-1 0 0,1 1 0,0-1 0,-1 1 0,1-1 0,0 1 0,0 0 0,0 0 0,0 0 0,0 0 0,-2 4 0,-29 44 0,28-42 0,-22 39 0,2 1 0,2 1 0,2 1 0,3 1 0,2 1 0,2 0 0,2 1 0,3 1 0,2 0 0,0 106 0,6-27 0,-2-28 0,4 1 0,20 130 0,-3-157 0,3-1 0,32 77 0,-8-27 0,-21-53 0,68 189 0,-75-225 0,0-2 0,3 0 0,1-1 0,41 53 0,-57-84 0,0 0 0,0 0 0,0-1 0,1 0 0,-1 0 0,1-1 0,0 1 0,0-1 0,0 0 0,1-1 0,-1 0 0,1 0 0,-1 0 0,1-1 0,0 1 0,0-2 0,0 1 0,10-1 0,12-2 0,1 0 0,57-14 0,-57 10 0,8-1 0,0-3 0,0-1 0,-1-1 0,-1-2 0,0-2 0,-1-2 0,0-1 0,-2-1 0,0-2 0,-2-1 0,0-2 0,40-41 0,9-14 0,-4-4 0,-4-3 0,76-119 0,-100 135 0,4 1 0,119-122 0,-109 129 0,-4-3 0,87-127 0,-129 167 0,118-207 0,-117 198 0,-1 0 0,-2-2 0,-1 1 0,14-71 0,-25 84 0,0 0 0,-2 0 0,-1 0 0,0 1 0,-2-1 0,-1 0 0,0 1 0,-10-27 0,-72-170 0,79 204 0,-11-26 0,-2 1 0,-1 1 0,-2 2 0,-2 0 0,-1 1 0,-2 2 0,-37-36 0,47 53 0,-1 1 0,-1 1 0,0 0 0,-1 2 0,-1 0 0,0 1 0,0 2 0,-1 0 0,-1 1 0,1 1 0,-1 2 0,-1 0 0,1 2 0,-30-2 0,-95 1 0,0 7 0,0 7 0,0 6 0,2 7 0,0 6 0,2 7 0,-146 54 0,263-79-227,0 0-1,1 1 1,0 2-1,1 1 1,-38 26-1,40-19-6598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10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1517 387 24575,'-42'-2'0,"-52"-10"0,6 1 0,-60 1 0,-159 11 0,278 2 0,0 1 0,0 1 0,1 2 0,0 0 0,1 2 0,-1 2 0,2 0 0,0 1 0,-45 30 0,20-7 0,1 2 0,2 3 0,-66 69 0,87-78 0,1 1 0,1 1 0,2 0 0,1 2 0,2 1 0,2 1 0,1 0 0,-15 50 0,21-52 0,2 0 0,1 0 0,2 1 0,1-1 0,2 1 0,2 1 0,1-1 0,2 0 0,10 59 0,-4-65 0,1 0 0,1-1 0,2 0 0,1-1 0,1-1 0,1 0 0,2-1 0,1 0 0,0-1 0,2-2 0,1 0 0,0-1 0,2-1 0,1-1 0,0-1 0,1-1 0,30 16 0,-21-19 0,1-1 0,0-2 0,1-1 0,1-2 0,-1-1 0,69 5 0,229-12 0,-258-4 0,-41 1 0,0-1 0,-1-2 0,1-2 0,-2-1 0,1-2 0,-1-1 0,0-1 0,-1-2 0,-1-2 0,0 0 0,-1-2 0,-1-1 0,0-2 0,32-30 0,-45 32 0,0 0 0,0-1 0,-2 0 0,-1-1 0,0-1 0,-2 0 0,16-42 0,41-174 0,-63 215 0,10-49 0,-3 0 0,-4 0 0,-3-1 0,-2 0 0,-10-92 0,4 143 0,-1-1 0,0 1 0,-2 0 0,-1 1 0,0-1 0,-1 1 0,-2 1 0,-11-21 0,3 14 0,0 0 0,-2 1 0,-1 1 0,-46-43 0,5 17 0,-2 4 0,-2 1 0,-121-60 0,-76-18-1365,185 95-5461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6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24575,'1060'-34'0,"-1031"30"-1365,-8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8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24575,'3'3'0,"6"7"0,9 7 0,3 4 0,10 7 0,8 5 0,4 2 0,3 5 0,3-3 0,-5-3 0,-3-6 0,-9-4 0,-10-6-8191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3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24575,'2'6'0,"0"-1"0,0 0 0,1 0 0,0 0 0,0-1 0,0 1 0,0-1 0,1 0 0,0 1 0,6 4 0,3 5 0,1 4 0,0 0 0,-2 1 0,0 1 0,-1 0 0,-1 1 0,14 41 0,-15-2-1365,-5-46-5461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24575,'7'-10'0,"1"0"0,0 1 0,1 0 0,-1 1 0,2 0 0,-1 0 0,21-11 0,0-2 0,1-1 25,37-18 1,-45 28-309,-2 0-1,0-2 1,0 0 0,35-34 0,-41 31-6543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24575,'5'1'0,"1"-1"0,-1 1 0,1 1 0,-1-1 0,1 1 0,-1-1 0,0 2 0,0-1 0,0 0 0,5 4 0,49 37 0,-28-20 0,3 1 0,-1 0 0,-1 2 0,49 52 0,8 19-1365,-51-58-5461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7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1 289 24575,'3'-6'0,"6"-4"0,9-7 0,6-6 0,5-3 0,4-2 0,1 1 0,2 2 0,2-1 0,-1 1 0,-5 3 0,-4 4 0,-5 2 0,-2 5 0,-6 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31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 108 24575,'-9'-2'0,"1"1"0,-1-1 0,1 0 0,-1-1 0,1 0 0,0 0 0,-12-7 0,-32-11 0,5 9 0,0 2 0,-1 2 0,0 3 0,0 1 0,0 3 0,-1 2 0,1 1 0,0 3 0,0 2 0,-78 22 0,119-26 0,-139 50 0,131-46 0,1 0 0,1 0 0,-1 1 0,1 1 0,0 0 0,1 1 0,-20 20 0,28-25 0,0 0 0,0 0 0,1 0 0,0 1 0,0-1 0,0 1 0,0 0 0,1-1 0,0 1 0,0 0 0,1 0 0,-1 1 0,1-1 0,1 0 0,-1 0 0,1 7 0,1-4 0,1-1 0,-1 1 0,1-1 0,1 0 0,0 0 0,0 0 0,0 0 0,1 0 0,0-1 0,9 12 0,0-2 0,2 0 0,0-2 0,0 1 0,2-2 0,-1 0 0,2-1 0,0-1 0,29 14 0,45 15 0,2-4 0,1-4 0,186 38 0,-232-61 0,-1-2 0,1-2 0,0-2 0,1-3 0,-1-1 0,66-10 0,-106 8 0,0 0 0,-1-1 0,1 0 0,-1 0 0,1-1 0,-1 0 0,0-1 0,-1 0 0,1 0 0,-1 0 0,0-1 0,0 0 0,-1-1 0,1 1 0,-2-1 0,1 0 0,-1-1 0,0 1 0,0-1 0,4-10 0,-5 9 0,-1 0 0,1-1 0,-1 1 0,-1-1 0,0 0 0,-1 1 0,1-1 0,-2 0 0,1 0 0,-2 0 0,1 0 0,-1 0 0,-1 1 0,1-1 0,-2 0 0,1 1 0,-2-1 0,-6-14 0,-6-4 0,-2 0 0,0 1 0,-2 1 0,-1 1 0,-1 1 0,-43-36 0,17 21 0,-1 2 0,-89-49 0,134 83-56,-11-6-162,-1 1 0,0 0 0,0 1-1,0 0 1,-30-6 0,31 11-6608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5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35 272 24575,'0'-23'0,"-1"7"0,1 0 0,1 0 0,1 0 0,4-21 0,-5 31 0,1 1 0,0 0 0,1-1 0,-1 1 0,1 0 0,0 0 0,0 1 0,0-1 0,1 1 0,0-1 0,0 1 0,0 0 0,0 0 0,0 1 0,1-1 0,5-2 0,4-1 0,0 0 0,0 1 0,0 0 0,1 1 0,0 1 0,0 0 0,17-1 0,116-6 0,-47 5 0,-96 6 0,32-4 0,55 2 0,-83 2 0,0 0 0,0 1 0,-1 1 0,1-1 0,0 1 0,-1 1 0,1-1 0,-1 1 0,0 1 0,0 0 0,0 0 0,9 7 0,-13-8 0,-1 1 0,1 0 0,-1 1 0,1-1 0,-1 1 0,0-1 0,-1 1 0,1 0 0,-1 0 0,0 0 0,0 0 0,-1 1 0,0-1 0,1 0 0,-2 1 0,1-1 0,-1 1 0,1-1 0,-2 1 0,1-1 0,0 0 0,-3 8 0,1-3 0,0-1 0,0 1 0,-1-1 0,-1 0 0,0 0 0,0 0 0,0 0 0,-1-1 0,-1 1 0,1-1 0,-11 10 0,1-5 0,0 0 0,-1-1 0,0-1 0,-1 0 0,0-2 0,-1 0 0,0 0 0,-24 6 0,-4 0 0,0-3 0,-60 8 0,96-19 0,0-1 0,0 0 0,0 0 0,0-1 0,0-1 0,0 1 0,0-2 0,1 1 0,-1-1 0,1-1 0,-1 0 0,1 0 0,-12-8 0,-32-13 0,44 22 9,1-1-1,1 0 1,-1 0-1,1-1 1,-1 0 0,1 0-1,1-1 1,-1 0-1,1 0 1,0-1-1,0 1 1,1-1-1,-7-12 1,5 6-195,0-1 1,2 1-1,0-1 0,0-1 1,1 1-1,1 0 1,-2-18-1,2 11-6640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1 24575,'-3'6'0,"-4"4"0,0 8 0,-6 5 0,-2 5 0,0 4 0,3 2 0,1 1 0,-1 0 0,2-2 0,2-4 0,3-5 0,2-3 0,2-2 0,1-1 0,0 2 0,0-3-8191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2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 24575,'-2'0'0,"-1"1"0,0 0 0,1 0 0,-1 0 0,0 0 0,1 1 0,0-1 0,-1 1 0,1-1 0,0 1 0,0 0 0,0 0 0,0 0 0,0 0 0,0 0 0,0 0 0,1 1 0,-1-1 0,-2 5 0,-22 51 0,14-23 0,1 1 0,2 0 0,-8 72 0,2-23-1365,14-70-5461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24575,'0'-3'0,"0"0"0,1 0 0,0 0 0,0 0 0,0 0 0,0 0 0,1 0 0,-1 1 0,1-1 0,-1 0 0,1 1 0,0-1 0,0 1 0,0 0 0,0-1 0,1 1 0,-1 0 0,1 0 0,-1 1 0,1-1 0,0 0 0,-1 1 0,1 0 0,6-3 0,-4 2 0,-1 1 0,1-1 0,0 0 0,0 1 0,0 0 0,1 0 0,-1 1 0,0 0 0,0-1 0,0 2 0,1-1 0,-1 1 0,0-1 0,6 3 0,-9-2 0,0 1 0,0-1 0,-1 1 0,1-1 0,0 1 0,-1 0 0,0 0 0,1-1 0,-1 1 0,0 0 0,0 0 0,0 0 0,0 1 0,0-1 0,0 0 0,-1 0 0,1 0 0,0 5 0,-1-6 0,0 0 0,1 0 0,-1 0 0,0 1 0,0-1 0,0 0 0,0 0 0,0 0 0,0 1 0,0-1 0,0 0 0,0 0 0,0 0 0,-1 0 0,1 1 0,0-1 0,-1 0 0,1 0 0,-1 0 0,0 0 0,1 0 0,-1 0 0,0 0 0,1 0 0,-1 0 0,0 0 0,0-1 0,0 1 0,0 0 0,0 0 0,0-1 0,0 1 0,0-1 0,0 1 0,-2 0 0,2-1 0,0-1 0,0 1 0,0 0 0,0-1 0,0 1 0,0-1 0,0 1 0,0-1 0,1 0 0,-1 1 0,0-1 0,0 0 0,0 0 0,1 1 0,-1-1 0,0 0 0,1 0 0,-1 0 0,1 0 0,-1 0 0,1 0 0,0 0 0,-1 0 0,1 0 0,0 0 0,0 0 0,-1 0 0,1 0 0,0 0 0,0 0 0,1-2 0,-4-40 0,3 40 0,0-10-1365,0 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5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24575,'0'2'0,"0"5"0,0 4 0,3-1 0,1 2 0,-1 1 0,0-4 0,-1-10 0,0-7 0,-2-6 0,4-2 0,2-3 0,2 6 0,-2 7 0,-4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90 24575,'-3'-3'0,"-1"-4"0,0-4 0,1-2 0,1-3 0,4 2 0,-2 3 0,-6 4 0,-6 2 0,3 3 0,6 1 0,5 5 0,4 3 0,0 4 0,-1-3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8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1 24575,'-3'2'0,"1"0"0,0 0 0,0 0 0,-1 0 0,2 1 0,-1-1 0,0 1 0,0-1 0,1 1 0,-1 0 0,1 0 0,0 0 0,0-1 0,-1 5 0,-1 1 0,-25 57-23,-19 68-1,23-61-1294,21-61-5508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24575,'-3'0'0,"2"0"0,4 0 0,4 0 0,5 0 0,-1 3 0,1 1 0,-1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4212 475 24575,'-61'-25'0,"-1"2"0,-1 4 0,-78-15 0,99 25 0,-204-39 0,-3 11 0,-433-9 0,-48 50 0,564 7 0,1 6 0,-226 54 0,47 24 0,258-67 0,-163 81 0,206-86 0,0 3 0,1 1 0,2 2 0,1 2 0,-38 39 0,52-43 0,0 0 0,3 2 0,0 1 0,2 1 0,1 0 0,1 2 0,-24 62 0,29-54 0,1 1 0,2 0 0,2 1 0,-3 59 0,8-30 0,11 133 0,-2-153 0,3 1 0,2-1 0,2 0 0,3-1 0,1-1 0,3 0 0,2-2 0,2 0 0,44 64 0,-26-55 0,2-1 0,2-3 0,3-1 0,1-3 0,3-2 0,98 67 0,-11-24 0,5-6 0,200 85 0,331 84 0,397 37 0,-785-235 0,526 29 0,-722-81 0,0-4 0,122-18 0,-171 13 0,-1-3 0,0-1 0,-1-3 0,0-1 0,-1-1 0,-1-3 0,44-26 0,-10-5 0,-2-2 0,-2-4 0,97-102 0,156-210 0,-277 314 0,-2-3 0,-3-1 0,-3-2 0,-2-2 0,35-83 0,-59 115 0,-1 1 0,-1-2 0,-2 1 0,-1-1 0,-1-1 0,-2 1 0,0 0 0,-3-1 0,0 0 0,-2 1 0,-1 0 0,-2-1 0,-1 1 0,-15-47 0,0 24 0,-3 0 0,-2 1 0,-2 2 0,-2 1 0,-2 1 0,-57-65 0,-1 15 0,-177-148 0,76 90 0,-7 9 0,-6 8 0,-6 9 0,-5 10 0,-5 9 0,-373-131 0,527 220-341,0 2 0,-2 3-1,-71-8 1,102 22-6485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712 18 24575,'-77'-13'0,"43"10"0,0 2 0,-1 1 0,1 2 0,-62 11 0,74-8 0,1 1 0,0 0 0,1 2 0,0 1 0,0 0 0,1 2 0,0 0 0,-29 23 0,32-22 0,1 0 0,1 1 0,0 1 0,0 0 0,1 1 0,1 1 0,1 0 0,0 0 0,1 1 0,1 0 0,0 1 0,2 0 0,0 0 0,1 1 0,0 0 0,2 0 0,0 0 0,1 0 0,0 26 0,2-9 0,0-20 0,0 0 0,1 0 0,0 0 0,2 0 0,0 0 0,5 18 0,-6-31 0,1 0 0,0 0 0,0 0 0,0 0 0,1 0 0,-1-1 0,1 1 0,0-1 0,-1 1 0,1-1 0,0 0 0,0 0 0,0 0 0,1-1 0,-1 1 0,0-1 0,1 0 0,-1 0 0,1 0 0,-1 0 0,5 0 0,11 2 0,1 0 0,31-2 0,-39 0 0,36-1 0,1-1 0,-1-2 0,0-3 0,0-2 0,47-13 0,-70 13 0,-1 0 0,0-2 0,0-1 0,-1 0 0,-1-2 0,0-1 0,-1 0 0,0-2 0,-2 0 0,1-1 0,20-25 0,-32 32 12,-1 0 0,1 0 0,-2-1 0,1 0 0,-2 0 0,1-1 0,-2 0 0,0 0 0,5-23 0,-7 28-95,-1-1 1,0 0-1,0 1 1,-1-1-1,0 0 1,-1 0-1,0 1 1,0-1-1,0 0 1,-1 1-1,0-1 1,-1 1-1,0 0 1,0 0-1,0 0 1,-1 0-1,-4-7 1,-15-13-6744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862 214 24575,'-79'14'0,"32"-5"0,0 1 0,2 3 0,-1 2 0,2 1 0,0 3 0,1 2 0,-73 46 0,82-45 0,1 2 0,2 0 0,0 3 0,1 0 0,2 2 0,-31 40 0,46-52 0,1 2 0,0-1 0,2 1 0,0 0 0,1 1 0,1 1 0,1-1 0,1 1 0,1 0 0,0 0 0,2 1 0,0-1 0,1 27 0,2-33 0,1 0 0,0-1 0,1 1 0,1-1 0,0 0 0,1 0 0,7 16 0,-9-25 0,0-1 0,0 0 0,0 0 0,1 1 0,0-2 0,0 1 0,0 0 0,0-1 0,0 1 0,1-1 0,0 0 0,-1 0 0,1 0 0,0-1 0,0 1 0,1-1 0,-1 0 0,0 0 0,1 0 0,-1-1 0,1 0 0,0 0 0,-1 0 0,1 0 0,8-1 0,263-5 0,-241 1 0,1-1 0,-1-1 0,0-2 0,-1-2 0,0-1 0,0-1 0,-2-2 0,1-1 0,38-26 0,-25 11 0,-2-2 0,-1-2 0,-1-1 0,-2-3 0,49-59 0,-75 79 0,0-2 0,-1 0 0,0 0 0,-2-1 0,-1-1 0,0 0 0,-2 0 0,0-1 0,-2 0 0,0 0 0,-2 0 0,0-1 0,-2 0 0,0 0 0,-2 0 0,-1 1 0,-1-1 0,0 0 0,-2 0 0,-1 1 0,-1 0 0,-16-42 0,15 48-170,-1 1-1,0 0 0,-1 1 1,-1-1-1,0 2 0,-1-1 1,-24-23-1,8 13-6655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46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24575,'2'22'0,"1"-1"0,1 0 0,1 0 0,15 39 0,-19-57 0,34 91 0,20 62 0,-23-37 0,-1 2 0,5-2 0,72 159 0,-59-185 0,4-3 0,95 124 0,-5-54 0,-104-123 0,77 56 0,-72-60 0,89 52 0,-57-39 0,-9-7 0,0-3 0,97 36 0,149 38 0,-275-97 0,181 52 0,54 18 0,-159-40 0,156 50 0,-139-52 0,155 42 0,-198-63 0,9 4 0,110 11 0,-95-19 0,-65-8 0,77 3 0,1120-12 0,-1232 0 0,1 0 0,0-1 0,-1-1 0,0 0 0,13-4 0,-12 2 0,0 1 0,0 1 0,0 1 0,20-2 0,-26 4-115,48-7-1135,-44 4-5576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7:29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1296 318 24575,'-42'-3'0,"0"-1"0,-61-14 0,-45-5 0,40 14 0,9 0 0,-157 6 0,228 7 0,0 1 0,1 1 0,0 1 0,0 1 0,1 2 0,0 1 0,0 1 0,2 1 0,-1 1 0,2 1 0,0 1 0,1 1 0,0 1 0,1 1 0,2 1 0,0 1 0,-22 31 0,35-42 0,0 0 0,1 1 0,0 0 0,1 0 0,0 0 0,0 1 0,1-1 0,1 1 0,0 0 0,1-1 0,0 1 0,1 0 0,0 0 0,1 0 0,3 19 0,-1-15 0,1 1 0,1-1 0,1 0 0,0 0 0,1-1 0,0 0 0,1 0 0,1-1 0,1 0 0,15 18 0,5 0 0,3-1 0,0-2 0,2-2 0,1-1 0,1-1 0,1-2 0,47 20 0,19 2 0,177 51 0,30-13 0,4-13 0,3-15 0,575 27 0,-855-81 0,22 1 0,71-6 0,-112 2 0,0 0 0,-1-2 0,1 0 0,-1-1 0,0-1 0,0-1 0,32-17 0,242-174 0,-283 190 0,-1 0 0,0-1 0,-1 0 0,1 0 0,-2 0 0,1-1 0,-1 0 0,-1 0 0,0-1 0,0 1 0,-1-1 0,0 0 0,3-19 0,-3 10 0,-1 0 0,-1 0 0,0 0 0,-2 0 0,0-1 0,-1 1 0,-4-21 0,2 31 0,0 0 0,-1 0 0,0 0 0,0 0 0,-1 1 0,0 0 0,-1 0 0,0 0 0,-1 1 0,1-1 0,-1 2 0,-12-11 0,-13-9 0,-62-41 0,87 63 0,-116-70 0,-2 5 0,-4 6 0,-2 5 0,-2 6 0,-174-43 0,-709-117 0,835 181 0,-179-51-1365,334 75-5461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4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2 647 24575,'-1'-18'0,"1"0"0,1 1 0,0-1 0,1 1 0,1-1 0,1 1 0,1 0 0,0 0 0,1 0 0,1 1 0,0 0 0,15-23 0,3 5 0,1 1 0,51-50 0,-65 71 0,5-5 0,0 0 0,35-25 0,-45 37 0,1 1 0,-1 0 0,1 0 0,-1 1 0,1 0 0,0 0 0,0 1 0,1 0 0,-1 0 0,0 1 0,13 0 0,-13 1 0,0-1 0,0 1 0,1-2 0,-1 1 0,0-1 0,-1 0 0,1 0 0,0-1 0,-1 0 0,1-1 0,-1 0 0,0 0 0,0 0 0,0-1 0,-1 0 0,0 0 0,7-7 0,-12 11 0,-1 0 0,1 0 0,-1 0 0,0 1 0,1-1 0,-1 0 0,0 0 0,1 0 0,-1 0 0,0 0 0,0 0 0,0 0 0,0 0 0,0 0 0,0 0 0,0 0 0,0 0 0,0 0 0,0 0 0,0 1 0,-1-1 0,1 0 0,0 0 0,-1 0 0,1 0 0,-1 0 0,1 0 0,-1 1 0,1-1 0,-2-1 0,-28-22 0,-11 6 0,44 20 0,0-1 0,0 1 0,1 0 0,-2 0 0,1 0 0,0 0 0,0 0 0,-1 1 0,1-1 0,-1 1 0,0 0 0,1-1 0,-1 1 0,-1 0 0,1 1 0,0-1 0,-1 0 0,1 0 0,-1 1 0,0-1 0,0 0 0,-1 1 0,1-1 0,-1 1 0,1-1 0,-1 1 0,0-1 0,-1 5 0,-2 8 0,0-1 0,-1 1 0,-1 0 0,-1-1 0,-8 17 0,8-18 0,0-1 0,1 1 0,0 0 0,-3 22 0,6 32-1365,2-53-5461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151 152 24575,'-3'0'0,"-4"-2"0,0-5 0,-3-4 0,-2 1 0,1-2 0,3-1 0,-1-2 0,-2 2 0,-1 1 0,-2-2 0,-2 0 0,0-2 0,1 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19:1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24575,'550'0'0,"-519"3"-1365,-20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7:07:59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24575,'1296'0'0,"-1223"3"-1365,-47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02/06/2026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02/06/2026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02/06/2026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customXml" Target="../ink/ink6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customXml" Target="../ink/ink10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17.xml"/><Relationship Id="rId18" Type="http://schemas.openxmlformats.org/officeDocument/2006/relationships/image" Target="../media/image50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47.png"/><Relationship Id="rId17" Type="http://schemas.openxmlformats.org/officeDocument/2006/relationships/customXml" Target="../ink/ink19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46.png"/><Relationship Id="rId19" Type="http://schemas.openxmlformats.org/officeDocument/2006/relationships/customXml" Target="../ink/ink20.xml"/><Relationship Id="rId4" Type="http://schemas.openxmlformats.org/officeDocument/2006/relationships/image" Target="../media/image43.png"/><Relationship Id="rId9" Type="http://schemas.openxmlformats.org/officeDocument/2006/relationships/customXml" Target="../ink/ink15.xml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customXml" Target="../ink/ink22.xml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5" Type="http://schemas.openxmlformats.org/officeDocument/2006/relationships/customXml" Target="../ink/ink27.xml"/><Relationship Id="rId10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customXml" Target="../ink/ink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:r>
            <a:r>
              <a:rPr lang="en-GB" dirty="0"/>
              <a:t> </a:t>
            </a:r>
            <a:r>
              <a:rPr lang="en-GB" dirty="0" err="1"/>
              <a:t>Nalyst</a:t>
            </a:r>
            <a:endParaRPr lang="en-GB" dirty="0"/>
          </a:p>
          <a:p>
            <a:r>
              <a:rPr lang="en-GB" dirty="0"/>
              <a:t>15.05.2026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5DDE-14C4-8381-6ABB-C929FACBD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0226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9CDEB-B8F6-7486-9E94-1084802F1D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8A238-C162-9701-ABCA-28C572D09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9D4C-E14E-1D89-D32E-3856E8A48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336CD-7171-FC97-9774-32668374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348880"/>
            <a:ext cx="7373379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7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D5E50-265E-52A6-9FA1-C9B759DE8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F168-1FD8-AB89-4626-4F495EEB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95868-4FCF-2FD5-44E6-8F292FAC8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ADE32-3996-66BC-E4D6-72BA5931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" y="1576129"/>
            <a:ext cx="11603069" cy="370574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070C7D5-2EA5-80DB-695B-FA486B2820AC}"/>
              </a:ext>
            </a:extLst>
          </p:cNvPr>
          <p:cNvGrpSpPr/>
          <p:nvPr/>
        </p:nvGrpSpPr>
        <p:grpSpPr>
          <a:xfrm>
            <a:off x="8029031" y="2452661"/>
            <a:ext cx="747720" cy="313560"/>
            <a:chOff x="8029031" y="2452661"/>
            <a:chExt cx="7477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14:cNvPr>
                <p14:cNvContentPartPr/>
                <p14:nvPr/>
              </p14:nvContentPartPr>
              <p14:xfrm>
                <a:off x="8029031" y="2457341"/>
                <a:ext cx="713880" cy="30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22911" y="2451221"/>
                  <a:ext cx="726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14:cNvPr>
                <p14:cNvContentPartPr/>
                <p14:nvPr/>
              </p14:nvContentPartPr>
              <p14:xfrm>
                <a:off x="8696831" y="2452661"/>
                <a:ext cx="79920" cy="11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0711" y="2446541"/>
                  <a:ext cx="921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14:cNvPr>
              <p14:cNvContentPartPr/>
              <p14:nvPr/>
            </p14:nvContentPartPr>
            <p14:xfrm>
              <a:off x="5113391" y="3000941"/>
              <a:ext cx="849600" cy="103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7271" y="2994821"/>
                <a:ext cx="861840" cy="104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7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490E1-2CFF-C9B4-B856-1CE351CA32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3B014-DCEB-2184-BC3F-C1994A59D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E4618-6083-5503-0EDF-03858731E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41162-1B40-AEF7-87F4-D6BAAAB4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1566602"/>
            <a:ext cx="11136279" cy="37247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14:cNvPr>
              <p14:cNvContentPartPr/>
              <p14:nvPr/>
            </p14:nvContentPartPr>
            <p14:xfrm>
              <a:off x="7856591" y="2128301"/>
              <a:ext cx="664920" cy="720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0471" y="2122181"/>
                <a:ext cx="677160" cy="73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79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D517A-0C27-4CDD-9667-EF447FE66F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F8713-3F10-C454-A241-AED9F1E60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3791-5076-8E92-6576-DFA6A0DB5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CDAF3-266E-B771-2333-6E80E46D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8" y="1052736"/>
            <a:ext cx="11631648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6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492CA-0185-1A4C-CDED-7FAEFBE643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0790E-811D-44BA-53B4-AE6A17E1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BDAC6-2506-C7D9-E74B-47B40CF77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7</a:t>
            </a:fld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3A1EFD-5A2F-A306-DE18-E21C378F96F5}"/>
              </a:ext>
            </a:extLst>
          </p:cNvPr>
          <p:cNvGrpSpPr/>
          <p:nvPr/>
        </p:nvGrpSpPr>
        <p:grpSpPr>
          <a:xfrm>
            <a:off x="380202" y="1988840"/>
            <a:ext cx="11431595" cy="3696216"/>
            <a:chOff x="380202" y="1988840"/>
            <a:chExt cx="11431595" cy="36962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209294-4B14-2070-46CE-64E4F01D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202" y="1988840"/>
              <a:ext cx="11431595" cy="369621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14:cNvPr>
                <p14:cNvContentPartPr/>
                <p14:nvPr/>
              </p14:nvContentPartPr>
              <p14:xfrm>
                <a:off x="2999656" y="4930120"/>
                <a:ext cx="39996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3536" y="4924000"/>
                  <a:ext cx="412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14:cNvPr>
                <p14:cNvContentPartPr/>
                <p14:nvPr/>
              </p14:nvContentPartPr>
              <p14:xfrm>
                <a:off x="2690416" y="3357640"/>
                <a:ext cx="143640" cy="11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84296" y="3351520"/>
                  <a:ext cx="155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14:cNvPr>
                <p14:cNvContentPartPr/>
                <p14:nvPr/>
              </p14:nvContentPartPr>
              <p14:xfrm>
                <a:off x="4321576" y="2708920"/>
                <a:ext cx="58680" cy="11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15456" y="2702800"/>
                  <a:ext cx="70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14:cNvPr>
                <p14:cNvContentPartPr/>
                <p14:nvPr/>
              </p14:nvContentPartPr>
              <p14:xfrm>
                <a:off x="4513096" y="4232800"/>
                <a:ext cx="135720" cy="10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06976" y="4226680"/>
                  <a:ext cx="147960" cy="11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251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B6C39-2F65-40EF-8CC4-081ECF69005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58BC2-3FC8-F692-4676-7D653F584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564DB-8D43-2ACA-12F7-66E627442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8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41F14B-5C20-7BBD-1101-CC267F4C8BFD}"/>
              </a:ext>
            </a:extLst>
          </p:cNvPr>
          <p:cNvGrpSpPr/>
          <p:nvPr/>
        </p:nvGrpSpPr>
        <p:grpSpPr>
          <a:xfrm>
            <a:off x="664424" y="2060848"/>
            <a:ext cx="10936226" cy="3458058"/>
            <a:chOff x="627887" y="1699971"/>
            <a:chExt cx="10936226" cy="34580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DE5621-A1F6-FD5C-9823-285893726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887" y="1699971"/>
              <a:ext cx="10936226" cy="3458058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14:cNvPr>
                <p14:cNvContentPartPr/>
                <p14:nvPr/>
              </p14:nvContentPartPr>
              <p14:xfrm>
                <a:off x="3255791" y="2446541"/>
                <a:ext cx="166320" cy="13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49671" y="2440421"/>
                  <a:ext cx="178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14:cNvPr>
                <p14:cNvContentPartPr/>
                <p14:nvPr/>
              </p14:nvContentPartPr>
              <p14:xfrm>
                <a:off x="2773751" y="4554341"/>
                <a:ext cx="137160" cy="10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67631" y="4548221"/>
                  <a:ext cx="14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14:cNvPr>
                <p14:cNvContentPartPr/>
                <p14:nvPr/>
              </p14:nvContentPartPr>
              <p14:xfrm>
                <a:off x="10315751" y="2339981"/>
                <a:ext cx="488880" cy="276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09631" y="2333861"/>
                  <a:ext cx="501120" cy="2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735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4A337-5AA3-2097-FBCB-88EDB8E8C9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78F5E-6673-B054-E2C8-03A1B27AB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421C-E5B0-8656-7520-0CA11504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F01ED-1E2F-48EE-F15A-516D1B9B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7" y="1268760"/>
            <a:ext cx="11412543" cy="3648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14:cNvPr>
              <p14:cNvContentPartPr/>
              <p14:nvPr/>
            </p14:nvContentPartPr>
            <p14:xfrm>
              <a:off x="2773751" y="2194181"/>
              <a:ext cx="280800" cy="15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7631" y="2188061"/>
                <a:ext cx="293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14:cNvPr>
              <p14:cNvContentPartPr/>
              <p14:nvPr/>
            </p14:nvContentPartPr>
            <p14:xfrm>
              <a:off x="10551551" y="2168261"/>
              <a:ext cx="44280" cy="14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45431" y="2162141"/>
                <a:ext cx="565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14:cNvPr>
              <p14:cNvContentPartPr/>
              <p14:nvPr/>
            </p14:nvContentPartPr>
            <p14:xfrm>
              <a:off x="10509071" y="238462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2951" y="23785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14:cNvPr>
              <p14:cNvContentPartPr/>
              <p14:nvPr/>
            </p14:nvContentPartPr>
            <p14:xfrm>
              <a:off x="10663511" y="2168261"/>
              <a:ext cx="49680" cy="147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57391" y="2162141"/>
                <a:ext cx="61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14:cNvPr>
              <p14:cNvContentPartPr/>
              <p14:nvPr/>
            </p14:nvContentPartPr>
            <p14:xfrm>
              <a:off x="10601951" y="2372381"/>
              <a:ext cx="57600" cy="34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95831" y="2366261"/>
                <a:ext cx="69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14:cNvPr>
              <p14:cNvContentPartPr/>
              <p14:nvPr/>
            </p14:nvContentPartPr>
            <p14:xfrm>
              <a:off x="10503311" y="2373821"/>
              <a:ext cx="15840" cy="2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97191" y="2367701"/>
                <a:ext cx="28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14:cNvPr>
              <p14:cNvContentPartPr/>
              <p14:nvPr/>
            </p14:nvContentPartPr>
            <p14:xfrm>
              <a:off x="10629311" y="2383541"/>
              <a:ext cx="16200" cy="32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23191" y="2377421"/>
                <a:ext cx="28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14:cNvPr>
              <p14:cNvContentPartPr/>
              <p14:nvPr/>
            </p14:nvContentPartPr>
            <p14:xfrm>
              <a:off x="10758191" y="2186981"/>
              <a:ext cx="47880" cy="119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752071" y="2180861"/>
                <a:ext cx="601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14:cNvPr>
              <p14:cNvContentPartPr/>
              <p14:nvPr/>
            </p14:nvContentPartPr>
            <p14:xfrm>
              <a:off x="10723991" y="2384621"/>
              <a:ext cx="20520" cy="4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17871" y="2378501"/>
                <a:ext cx="3276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37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C709F-8F6C-884B-B9F9-D83CC26A97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C9296-0DAE-F4FE-6E7A-FE94016DD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D9B3-CC74-4A77-3D06-143211B9C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EA04E-0638-BA03-263C-2AB8FBA9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585655"/>
            <a:ext cx="11383964" cy="3686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14:cNvPr>
              <p14:cNvContentPartPr/>
              <p14:nvPr/>
            </p14:nvContentPartPr>
            <p14:xfrm>
              <a:off x="1603751" y="1972781"/>
              <a:ext cx="2133360" cy="131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7631" y="1966661"/>
                <a:ext cx="214560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14:cNvPr>
              <p14:cNvContentPartPr/>
              <p14:nvPr/>
            </p14:nvContentPartPr>
            <p14:xfrm>
              <a:off x="7769471" y="2199221"/>
              <a:ext cx="313200" cy="248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3351" y="2193101"/>
                <a:ext cx="3254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14:cNvPr>
              <p14:cNvContentPartPr/>
              <p14:nvPr/>
            </p14:nvContentPartPr>
            <p14:xfrm>
              <a:off x="7004831" y="2975021"/>
              <a:ext cx="436680" cy="40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8711" y="2968901"/>
                <a:ext cx="448920" cy="4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130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68622-4C66-6E76-0C91-D3717DEC13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99FE3-E944-28CA-C230-86981C7E8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EDC41-2FCC-333A-66CD-054F97C6D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79BBC1-A0F4-26E5-520D-B1EB5E65F6E2}"/>
              </a:ext>
            </a:extLst>
          </p:cNvPr>
          <p:cNvGrpSpPr/>
          <p:nvPr/>
        </p:nvGrpSpPr>
        <p:grpSpPr>
          <a:xfrm>
            <a:off x="418899" y="1772816"/>
            <a:ext cx="11364911" cy="3648584"/>
            <a:chOff x="418899" y="1772816"/>
            <a:chExt cx="11364911" cy="36485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D0A69E-2DAE-D938-CA92-13EF044E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8899" y="1772816"/>
              <a:ext cx="11364911" cy="364858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14:cNvPr>
                <p14:cNvContentPartPr/>
                <p14:nvPr/>
              </p14:nvContentPartPr>
              <p14:xfrm>
                <a:off x="7392144" y="2464560"/>
                <a:ext cx="1886400" cy="96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6024" y="2458440"/>
                  <a:ext cx="1898640" cy="9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349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7F38-4D36-5422-896C-DC5AFD405A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12BDD-63F5-F4FA-8413-55F2C4A64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C65C-6498-30C7-FA24-491513AC3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B0867-B940-259F-40C7-2E8337F1C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"/>
          <a:stretch>
            <a:fillRect/>
          </a:stretch>
        </p:blipFill>
        <p:spPr>
          <a:xfrm>
            <a:off x="84886" y="1859692"/>
            <a:ext cx="12022228" cy="3174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14:cNvPr>
              <p14:cNvContentPartPr/>
              <p14:nvPr/>
            </p14:nvContentPartPr>
            <p14:xfrm>
              <a:off x="4130231" y="4327901"/>
              <a:ext cx="1240560" cy="56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111" y="4321781"/>
                <a:ext cx="1252800" cy="5792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716D075-BD30-CBB3-6AE9-F11BB35631F5}"/>
              </a:ext>
            </a:extLst>
          </p:cNvPr>
          <p:cNvSpPr txBox="1"/>
          <p:nvPr/>
        </p:nvSpPr>
        <p:spPr>
          <a:xfrm>
            <a:off x="407988" y="548680"/>
            <a:ext cx="231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t-test on cancellation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9985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0E808-60D6-66D8-4ECF-DFB5AA89B8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604A5-A07F-8BDC-0DCD-5EB0C708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489C-B3BC-8939-AB4F-DDBA2E761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CC66A-B085-4DD4-2DB2-48F8CFB1F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8"/>
          <a:stretch>
            <a:fillRect/>
          </a:stretch>
        </p:blipFill>
        <p:spPr>
          <a:xfrm>
            <a:off x="1480493" y="1268760"/>
            <a:ext cx="9231013" cy="481332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038BA35-08B9-957D-B509-525D70B03A18}"/>
              </a:ext>
            </a:extLst>
          </p:cNvPr>
          <p:cNvGrpSpPr/>
          <p:nvPr/>
        </p:nvGrpSpPr>
        <p:grpSpPr>
          <a:xfrm>
            <a:off x="1327631" y="2515301"/>
            <a:ext cx="198720" cy="258840"/>
            <a:chOff x="1327631" y="2515301"/>
            <a:chExt cx="1987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14:cNvPr>
                <p14:cNvContentPartPr/>
                <p14:nvPr/>
              </p14:nvContentPartPr>
              <p14:xfrm>
                <a:off x="1327631" y="2541221"/>
                <a:ext cx="194760" cy="23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21511" y="2535101"/>
                  <a:ext cx="207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14:cNvPr>
                <p14:cNvContentPartPr/>
                <p14:nvPr/>
              </p14:nvContentPartPr>
              <p14:xfrm>
                <a:off x="1471631" y="2515301"/>
                <a:ext cx="54720" cy="5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65511" y="2509181"/>
                  <a:ext cx="66960" cy="6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586FAF-7DA1-3B1E-4D2C-D0AC7832FE96}"/>
              </a:ext>
            </a:extLst>
          </p:cNvPr>
          <p:cNvSpPr txBox="1"/>
          <p:nvPr/>
        </p:nvSpPr>
        <p:spPr>
          <a:xfrm>
            <a:off x="7392144" y="2492896"/>
            <a:ext cx="3715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14.5% * (1-0.13277) = 12.5748%</a:t>
            </a:r>
            <a:endParaRPr lang="en-CH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14:cNvPr>
              <p14:cNvContentPartPr/>
              <p14:nvPr/>
            </p14:nvContentPartPr>
            <p14:xfrm>
              <a:off x="5554391" y="2644181"/>
              <a:ext cx="213480" cy="2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48271" y="2638061"/>
                <a:ext cx="2257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14:cNvPr>
              <p14:cNvContentPartPr/>
              <p14:nvPr/>
            </p14:nvContentPartPr>
            <p14:xfrm>
              <a:off x="3077781" y="2656241"/>
              <a:ext cx="503374" cy="2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1655" y="2650121"/>
                <a:ext cx="515625" cy="1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8A77315-DF24-9411-4D6E-6DE4C93CBF65}"/>
              </a:ext>
            </a:extLst>
          </p:cNvPr>
          <p:cNvSpPr txBox="1"/>
          <p:nvPr/>
        </p:nvSpPr>
        <p:spPr>
          <a:xfrm>
            <a:off x="911424" y="476672"/>
            <a:ext cx="212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1043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897FA-DF22-3A75-0493-FB3B40B448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ACF85-1336-B705-F27C-09A8E4829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C0B4-C1D3-FB5A-1C6C-714F15F92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5DF7D-7C2C-3D56-F7BA-AD89DAA16480}"/>
              </a:ext>
            </a:extLst>
          </p:cNvPr>
          <p:cNvSpPr txBox="1"/>
          <p:nvPr/>
        </p:nvSpPr>
        <p:spPr>
          <a:xfrm>
            <a:off x="407988" y="404664"/>
            <a:ext cx="741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Case</a:t>
            </a:r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E046-C329-C0C0-CE6B-5AD015D1E993}"/>
              </a:ext>
            </a:extLst>
          </p:cNvPr>
          <p:cNvSpPr txBox="1"/>
          <p:nvPr/>
        </p:nvSpPr>
        <p:spPr>
          <a:xfrm>
            <a:off x="407988" y="2132856"/>
            <a:ext cx="70561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  <a:p>
            <a:r>
              <a:rPr lang="en-US" dirty="0"/>
              <a:t>Customer Base:		1,500,000</a:t>
            </a:r>
          </a:p>
          <a:p>
            <a:r>
              <a:rPr lang="en-US" dirty="0"/>
              <a:t>Cancellation rate:		14.5%</a:t>
            </a:r>
          </a:p>
          <a:p>
            <a:r>
              <a:rPr lang="en-US" dirty="0"/>
              <a:t>Value of 1 less cancel: 	100 * 18 = 1,800</a:t>
            </a:r>
          </a:p>
          <a:p>
            <a:r>
              <a:rPr lang="en-US" dirty="0"/>
              <a:t>Cost of 1 Booster:		35</a:t>
            </a:r>
          </a:p>
          <a:p>
            <a:endParaRPr lang="en-US" dirty="0"/>
          </a:p>
          <a:p>
            <a:r>
              <a:rPr lang="en-US" dirty="0"/>
              <a:t>Calculation:</a:t>
            </a:r>
          </a:p>
          <a:p>
            <a:r>
              <a:rPr lang="en-US" dirty="0"/>
              <a:t>‘No booster’ cancellations:   1,500,000 * 14.5% = 217,500</a:t>
            </a:r>
          </a:p>
          <a:p>
            <a:r>
              <a:rPr lang="en-US" dirty="0"/>
              <a:t>‘Give booster’ cancellations: 1,500,000 * 12.5% = 187,500</a:t>
            </a:r>
          </a:p>
          <a:p>
            <a:endParaRPr lang="en-US" dirty="0"/>
          </a:p>
          <a:p>
            <a:r>
              <a:rPr lang="en-US" dirty="0"/>
              <a:t>(+) 217,500 - 187,500 = 30,000 * 1,800 = 54,000,000</a:t>
            </a:r>
          </a:p>
          <a:p>
            <a:r>
              <a:rPr lang="en-US" dirty="0"/>
              <a:t>(-)  1,500,000 * 35                               = 45,000,000</a:t>
            </a:r>
          </a:p>
          <a:p>
            <a:endParaRPr lang="en-US" dirty="0"/>
          </a:p>
          <a:p>
            <a:r>
              <a:rPr lang="en-US" dirty="0"/>
              <a:t>9,000,000 net benefit !!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936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3E77-9BC2-B5BD-D2B1-A3D2163A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C9269-0BC9-B0EC-27AA-39A96DC838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02/06/2026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7143C-D05C-6D61-A69A-14CA35C0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A33BF-FDBB-2E78-4197-53D938BC7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02797-D4AE-B0EB-DE90-8BEB3A19CD46}"/>
              </a:ext>
            </a:extLst>
          </p:cNvPr>
          <p:cNvSpPr txBox="1"/>
          <p:nvPr/>
        </p:nvSpPr>
        <p:spPr>
          <a:xfrm>
            <a:off x="983433" y="1700808"/>
            <a:ext cx="8568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Recommendations</a:t>
            </a:r>
          </a:p>
          <a:p>
            <a:pPr marL="342900" indent="-342900">
              <a:buAutoNum type="arabicPeriod"/>
            </a:pPr>
            <a:r>
              <a:rPr lang="en-US" dirty="0"/>
              <a:t>ideally more research is needed before decision</a:t>
            </a:r>
          </a:p>
          <a:p>
            <a:pPr marL="342900" indent="-342900">
              <a:buAutoNum type="arabicPeriod"/>
            </a:pPr>
            <a:r>
              <a:rPr lang="en-US" dirty="0"/>
              <a:t>could do a causal analysis, for example</a:t>
            </a:r>
          </a:p>
          <a:p>
            <a:pPr marL="342900" indent="-342900">
              <a:buAutoNum type="arabicPeriod"/>
            </a:pPr>
            <a:r>
              <a:rPr lang="en-US" dirty="0"/>
              <a:t>if decision needed immediately, full rollout seems worth CHF 9 million </a:t>
            </a:r>
            <a:r>
              <a:rPr lang="en-US" dirty="0" err="1"/>
              <a:t>basedo</a:t>
            </a:r>
            <a:r>
              <a:rPr lang="en-US" dirty="0"/>
              <a:t> n t-test and log reg both saying 2% less churn with Wi-Fi booster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5266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6823</TotalTime>
  <Words>240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Tahoma</vt:lpstr>
      <vt:lpstr>GmbH_Sunrise</vt:lpstr>
      <vt:lpstr>think-cell Slide</vt:lpstr>
      <vt:lpstr>WiFi Booster Impact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</vt:lpstr>
      <vt:lpstr>PowerPoint Presentation</vt:lpstr>
      <vt:lpstr>PowerPoint Presentation</vt:lpstr>
      <vt:lpstr>PowerPoint Presentation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Lämmel, Klaus</cp:lastModifiedBy>
  <cp:revision>2</cp:revision>
  <dcterms:created xsi:type="dcterms:W3CDTF">2026-05-26T15:46:55Z</dcterms:created>
  <dcterms:modified xsi:type="dcterms:W3CDTF">2026-06-02T09:45:30Z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</Properties>
</file>