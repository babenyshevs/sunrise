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notesSlides/notesSlide1.xml" ContentType="application/vnd.openxmlformats-officedocument.presentationml.notesSlide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60" r:id="rId4"/>
  </p:sldMasterIdLst>
  <p:notesMasterIdLst>
    <p:notesMasterId r:id="rId22"/>
  </p:notesMasterIdLst>
  <p:sldIdLst>
    <p:sldId id="256" r:id="rId5"/>
    <p:sldId id="2147474627" r:id="rId6"/>
    <p:sldId id="2147474639" r:id="rId7"/>
    <p:sldId id="2147474631" r:id="rId8"/>
    <p:sldId id="2147474628" r:id="rId9"/>
    <p:sldId id="2147474632" r:id="rId10"/>
    <p:sldId id="2147474634" r:id="rId11"/>
    <p:sldId id="2147474635" r:id="rId12"/>
    <p:sldId id="2147474636" r:id="rId13"/>
    <p:sldId id="2147474633" r:id="rId14"/>
    <p:sldId id="2147474637" r:id="rId15"/>
    <p:sldId id="2147474629" r:id="rId16"/>
    <p:sldId id="2147474630" r:id="rId17"/>
    <p:sldId id="2147474638" r:id="rId18"/>
    <p:sldId id="2147474640" r:id="rId19"/>
    <p:sldId id="2147474642" r:id="rId20"/>
    <p:sldId id="2147474626" r:id="rId21"/>
  </p:sldIdLst>
  <p:sldSz cx="12192000" cy="6858000"/>
  <p:notesSz cx="6858000" cy="9144000"/>
  <p:custDataLst>
    <p:tags r:id="rId23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291C"/>
    <a:srgbClr val="DA192C"/>
    <a:srgbClr val="F0EEEC"/>
    <a:srgbClr val="E6E3DF"/>
    <a:srgbClr val="77E0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FFFF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012ECD-51FC-FFFF-AA8D-1B2483CD663E}" styleName="SUNRIS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</a:tcStyle>
    </a:lastRow>
    <a:firstRow>
      <a:tcTxStyle b="on">
        <a:fontRef idx="major">
          <a:scrgbClr r="255" g="255" b="255"/>
        </a:fontRef>
        <a:schemeClr val="lt1"/>
      </a:tcTxStyle>
      <a:tcStyle>
        <a:tcBdr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</a:tcBdr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4655" autoAdjust="0"/>
  </p:normalViewPr>
  <p:slideViewPr>
    <p:cSldViewPr showGuides="1">
      <p:cViewPr varScale="1">
        <p:scale>
          <a:sx n="115" d="100"/>
          <a:sy n="115" d="100"/>
        </p:scale>
        <p:origin x="536" y="2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gs" Target="tags/tag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ämmel, Klaus" userId="21c347ad-9fe7-405b-8352-d0801ef57c0d" providerId="ADAL" clId="{1CCC952E-8CA9-405E-BB06-88E1DD7F6781}"/>
    <pc:docChg chg="delSld">
      <pc:chgData name="Lämmel, Klaus" userId="21c347ad-9fe7-405b-8352-d0801ef57c0d" providerId="ADAL" clId="{1CCC952E-8CA9-405E-BB06-88E1DD7F6781}" dt="2026-06-02T09:45:28.075" v="0" actId="47"/>
      <pc:docMkLst>
        <pc:docMk/>
      </pc:docMkLst>
      <pc:sldChg chg="del">
        <pc:chgData name="Lämmel, Klaus" userId="21c347ad-9fe7-405b-8352-d0801ef57c0d" providerId="ADAL" clId="{1CCC952E-8CA9-405E-BB06-88E1DD7F6781}" dt="2026-06-02T09:45:28.075" v="0" actId="47"/>
        <pc:sldMkLst>
          <pc:docMk/>
          <pc:sldMk cId="3553195333" sldId="2147474641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5:59:52.2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1982 228 24575,'-14'-11'0,"1"0"0,-2 2 0,1-1 0,-32-13 0,8 3 0,-8-3 0,0 1 0,-1 3 0,-1 2 0,0 2 0,-1 2 0,-1 3 0,0 1 0,0 3 0,-95 0 0,14 4 0,50 0 0,1 3 0,-90 13 0,134-7 0,1 2 0,-1 0 0,2 3 0,-1 1 0,2 1 0,0 2 0,1 1 0,0 2 0,2 1 0,0 1 0,1 2 0,2 1 0,0 1 0,1 1 0,2 1 0,1 2 0,1 0 0,1 1 0,-32 65 0,29-35 0,2 0 0,-13 66 0,33-119 0,-1 7 0,-12 34 0,14-47 0,1 0 0,0-1 0,-1 1 0,1-1 0,0 1 0,-1-1 0,1 1 0,-1-1 0,1 0 0,-1 1 0,1-1 0,-1 1 0,1-1 0,-1 0 0,1 1 0,-1-1 0,1 0 0,-1 0 0,0 0 0,1 1 0,-1-1 0,1 0 0,-1 0 0,-1 0 0,1-1 0,-1 1 0,1-1 0,0 1 0,0-1 0,-1 0 0,1 1 0,0-1 0,0 0 0,0 0 0,0 0 0,0 0 0,0 0 0,0 0 0,0 0 0,-1-3 0,-3-5 0,0 0 0,0 0 0,1-1 0,1 1 0,-5-17 0,-11-27 0,31 69 0,0 0 0,1-1 0,1-1 0,0 0 0,28 20 0,37 36 0,-70-62-1365,-1-1-5461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5:59:53.8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92 0 24575,'2'1'0,"0"-1"0,0 1 0,-1 0 0,1 0 0,-1 0 0,1 0 0,0 0 0,-1 0 0,0 0 0,1 0 0,-1 1 0,0-1 0,1 1 0,-1-1 0,0 1 0,1 2 0,20 33 0,-17-28 0,13 25 0,22 56 0,-25-53 0,-15-36 0,1 0 0,-1 0 0,1 1 0,-1-1 0,1 0 0,-1 0 0,0 0 0,1 0 0,-1 1 0,0-1 0,0 0 0,0 0 0,0 1 0,0-1 0,0 0 0,0 0 0,-1 0 0,1 1 0,0-1 0,-1 0 0,1 0 0,-1 0 0,1 0 0,-1 1 0,1-1 0,-1 0 0,0 0 0,1 0 0,-1-1 0,0 1 0,0 0 0,0 0 0,0 0 0,0 0 0,0-1 0,0 1 0,0 0 0,0-1 0,0 1 0,-2 0 0,-6 1 0,0 1 0,-1-2 0,1 1 0,-17 0 0,-16 3 0,23 1-97,10-4-114,0 0-1,0 1 1,1 1 0,-1-1-1,-13 9 1,11-3-6615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6:00:03.5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264 469 24575,'-3'0'0,"0"1"0,1 0 0,-1 0 0,0 0 0,1 0 0,-1 0 0,1 1 0,0-1 0,-1 1 0,1-1 0,0 1 0,0 0 0,0 0 0,0 0 0,0 0 0,-2 4 0,-29 44 0,28-42 0,-22 39 0,2 1 0,2 1 0,2 1 0,3 1 0,2 1 0,2 0 0,2 1 0,3 1 0,2 0 0,0 106 0,6-27 0,-2-28 0,4 1 0,20 130 0,-3-157 0,3-1 0,32 77 0,-8-27 0,-21-53 0,68 189 0,-75-225 0,0-2 0,3 0 0,1-1 0,41 53 0,-57-84 0,0 0 0,0 0 0,0-1 0,1 0 0,-1 0 0,1-1 0,0 1 0,0-1 0,0 0 0,1-1 0,-1 0 0,1 0 0,-1 0 0,1-1 0,0 1 0,0-2 0,0 1 0,10-1 0,12-2 0,1 0 0,57-14 0,-57 10 0,8-1 0,0-3 0,0-1 0,-1-1 0,-1-2 0,0-2 0,-1-2 0,0-1 0,-2-1 0,0-2 0,-2-1 0,0-2 0,40-41 0,9-14 0,-4-4 0,-4-3 0,76-119 0,-100 135 0,4 1 0,119-122 0,-109 129 0,-4-3 0,87-127 0,-129 167 0,118-207 0,-117 198 0,-1 0 0,-2-2 0,-1 1 0,14-71 0,-25 84 0,0 0 0,-2 0 0,-1 0 0,0 1 0,-2-1 0,-1 0 0,0 1 0,-10-27 0,-72-170 0,79 204 0,-11-26 0,-2 1 0,-1 1 0,-2 2 0,-2 0 0,-1 1 0,-2 2 0,-37-36 0,47 53 0,-1 1 0,-1 1 0,0 0 0,-1 2 0,-1 0 0,0 1 0,0 2 0,-1 0 0,-1 1 0,1 1 0,-1 2 0,-1 0 0,1 2 0,-30-2 0,-95 1 0,0 7 0,0 7 0,0 6 0,2 7 0,0 6 0,2 7 0,-146 54 0,263-79-227,0 0-1,1 1 1,0 2-1,1 1 1,-38 26-1,40-19-6598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6:00:10.9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1517 387 24575,'-42'-2'0,"-52"-10"0,6 1 0,-60 1 0,-159 11 0,278 2 0,0 1 0,0 1 0,1 2 0,0 0 0,1 2 0,-1 2 0,2 0 0,0 1 0,-45 30 0,20-7 0,1 2 0,2 3 0,-66 69 0,87-78 0,1 1 0,1 1 0,2 0 0,1 2 0,2 1 0,2 1 0,1 0 0,-15 50 0,21-52 0,2 0 0,1 0 0,2 1 0,1-1 0,2 1 0,2 1 0,1-1 0,2 0 0,10 59 0,-4-65 0,1 0 0,1-1 0,2 0 0,1-1 0,1-1 0,1 0 0,2-1 0,1 0 0,0-1 0,2-2 0,1 0 0,0-1 0,2-1 0,1-1 0,0-1 0,1-1 0,30 16 0,-21-19 0,1-1 0,0-2 0,1-1 0,1-2 0,-1-1 0,69 5 0,229-12 0,-258-4 0,-41 1 0,0-1 0,-1-2 0,1-2 0,-2-1 0,1-2 0,-1-1 0,0-1 0,-1-2 0,-1-2 0,0 0 0,-1-2 0,-1-1 0,0-2 0,32-30 0,-45 32 0,0 0 0,0-1 0,-2 0 0,-1-1 0,0-1 0,-2 0 0,16-42 0,41-174 0,-63 215 0,10-49 0,-3 0 0,-4 0 0,-3-1 0,-2 0 0,-10-92 0,4 143 0,-1-1 0,0 1 0,-2 0 0,-1 1 0,0-1 0,-1 1 0,-2 1 0,-11-21 0,3 14 0,0 0 0,-2 1 0,-1 1 0,-46-43 0,5 17 0,-2 4 0,-2 1 0,-121-60 0,-76-18-1365,185 95-5461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6:00:46.4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43 24575,'1060'-34'0,"-1031"30"-1365,-8 0-5461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6:00:48.1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24575,'3'3'0,"6"7"0,9 7 0,3 4 0,10 7 0,8 5 0,4 2 0,3 5 0,3-3 0,-5-3 0,-3-6 0,-9-4 0,-10-6-8191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6:00:53.3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24575,'2'6'0,"0"-1"0,0 0 0,1 0 0,0 0 0,0-1 0,0 1 0,0-1 0,1 0 0,0 1 0,6 4 0,3 5 0,1 4 0,0 0 0,-2 1 0,0 1 0,-1 0 0,-1 1 0,14 41 0,-15-2-1365,-5-46-5461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6:00:54.4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1 281 24575,'7'-10'0,"1"0"0,0 1 0,1 0 0,-1 1 0,2 0 0,-1 0 0,21-11 0,0-2 0,1-1 25,37-18 1,-45 28-309,-2 0-1,0-2 1,0 0 0,35-34 0,-41 31-6543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6:01:26.0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24575,'5'1'0,"1"-1"0,-1 1 0,1 1 0,-1-1 0,1 1 0,-1-1 0,0 2 0,0-1 0,0 0 0,5 4 0,49 37 0,-28-20 0,3 1 0,-1 0 0,-1 2 0,49 52 0,8 19-1365,-51-58-5461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6:01:27.3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1 289 24575,'3'-6'0,"6"-4"0,9-7 0,6-6 0,5-3 0,4-2 0,1 1 0,2 2 0,2-1 0,-1 1 0,-5 3 0,-4 4 0,-5 2 0,-2 5 0,-6 3-8191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6:01:31.8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1053 108 24575,'-9'-2'0,"1"1"0,-1-1 0,1 0 0,-1-1 0,1 0 0,0 0 0,-12-7 0,-32-11 0,5 9 0,0 2 0,-1 2 0,0 3 0,0 1 0,0 3 0,-1 2 0,1 1 0,0 3 0,0 2 0,-78 22 0,119-26 0,-139 50 0,131-46 0,1 0 0,1 0 0,-1 1 0,1 1 0,0 0 0,1 1 0,-20 20 0,28-25 0,0 0 0,0 0 0,1 0 0,0 1 0,0-1 0,0 1 0,0 0 0,1-1 0,0 1 0,0 0 0,1 0 0,-1 1 0,1-1 0,1 0 0,-1 0 0,1 7 0,1-4 0,1-1 0,-1 1 0,1-1 0,1 0 0,0 0 0,0 0 0,0 0 0,1 0 0,0-1 0,9 12 0,0-2 0,2 0 0,0-2 0,0 1 0,2-2 0,-1 0 0,2-1 0,0-1 0,29 14 0,45 15 0,2-4 0,1-4 0,186 38 0,-232-61 0,-1-2 0,1-2 0,0-2 0,1-3 0,-1-1 0,66-10 0,-106 8 0,0 0 0,-1-1 0,1 0 0,-1 0 0,1-1 0,-1 0 0,0-1 0,-1 0 0,1 0 0,-1 0 0,0-1 0,0 0 0,-1-1 0,1 1 0,-2-1 0,1 0 0,-1-1 0,0 1 0,0-1 0,4-10 0,-5 9 0,-1 0 0,1-1 0,-1 1 0,-1-1 0,0 0 0,-1 1 0,1-1 0,-2 0 0,1 0 0,-2 0 0,1 0 0,-1 0 0,-1 1 0,1-1 0,-2 0 0,1 1 0,-2-1 0,-6-14 0,-6-4 0,-2 0 0,0 1 0,-2 1 0,-1 1 0,-1 1 0,-43-36 0,17 21 0,-1 2 0,-89-49 0,134 83-56,-11-6-162,-1 1 0,0 0 0,0 1-1,0 0 1,-30-6 0,31 11-6608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6:01:54.9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35 272 24575,'0'-23'0,"-1"7"0,1 0 0,1 0 0,1 0 0,4-21 0,-5 31 0,1 1 0,0 0 0,1-1 0,-1 1 0,1 0 0,0 0 0,0 1 0,0-1 0,1 1 0,0-1 0,0 1 0,0 0 0,0 0 0,0 1 0,1-1 0,5-2 0,4-1 0,0 0 0,0 1 0,0 0 0,1 1 0,0 1 0,0 0 0,17-1 0,116-6 0,-47 5 0,-96 6 0,32-4 0,55 2 0,-83 2 0,0 0 0,0 1 0,-1 1 0,1-1 0,0 1 0,-1 1 0,1-1 0,-1 1 0,0 1 0,0 0 0,0 0 0,9 7 0,-13-8 0,-1 1 0,1 0 0,-1 1 0,1-1 0,-1 1 0,0-1 0,-1 1 0,1 0 0,-1 0 0,0 0 0,0 0 0,-1 1 0,0-1 0,1 0 0,-2 1 0,1-1 0,-1 1 0,1-1 0,-2 1 0,1-1 0,0 0 0,-3 8 0,1-3 0,0-1 0,0 1 0,-1-1 0,-1 0 0,0 0 0,0 0 0,0 0 0,-1-1 0,-1 1 0,1-1 0,-11 10 0,1-5 0,0 0 0,-1-1 0,0-1 0,-1 0 0,0-2 0,-1 0 0,0 0 0,-24 6 0,-4 0 0,0-3 0,-60 8 0,96-19 0,0-1 0,0 0 0,0 0 0,0-1 0,0-1 0,0 1 0,0-2 0,1 1 0,-1-1 0,1-1 0,-1 0 0,1 0 0,-12-8 0,-32-13 0,44 22 9,1-1-1,1 0 1,-1 0-1,1-1 1,-1 0 0,1 0-1,1-1 1,-1 0-1,1 0 1,0-1-1,0 1 1,1-1-1,-7-12 1,5 6-195,0-1 1,2 1-1,0-1 0,0-1 1,1 1-1,1 0 1,-2-18-1,2 11-6640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6:02:01.3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123 1 24575,'-3'6'0,"-4"4"0,0 8 0,-6 5 0,-2 5 0,0 4 0,3 2 0,1 1 0,-1 0 0,2-2 0,2-4 0,3-5 0,2-3 0,2-2 0,1-1 0,0 2 0,0-3-8191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6:02:01.8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6:02:02.6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138 1 24575,'-2'0'0,"-1"1"0,0 0 0,1 0 0,-1 0 0,0 0 0,1 1 0,0-1 0,-1 1 0,1-1 0,0 1 0,0 0 0,0 0 0,0 0 0,0 0 0,0 0 0,0 0 0,1 1 0,-1-1 0,-2 5 0,-22 51 0,14-23 0,1 1 0,2 0 0,-8 72 0,2-23-1365,14-70-5461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6:02:03.6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86 24575,'0'-3'0,"0"0"0,1 0 0,0 0 0,0 0 0,0 0 0,0 0 0,1 0 0,-1 1 0,1-1 0,-1 0 0,1 1 0,0-1 0,0 1 0,0 0 0,0-1 0,1 1 0,-1 0 0,1 0 0,-1 1 0,1-1 0,0 0 0,-1 1 0,1 0 0,6-3 0,-4 2 0,-1 1 0,1-1 0,0 0 0,0 1 0,0 0 0,1 0 0,-1 1 0,0 0 0,0-1 0,0 2 0,1-1 0,-1 1 0,0-1 0,6 3 0,-9-2 0,0 1 0,0-1 0,-1 1 0,1-1 0,0 1 0,-1 0 0,0 0 0,1-1 0,-1 1 0,0 0 0,0 0 0,0 0 0,0 1 0,0-1 0,0 0 0,-1 0 0,1 0 0,0 5 0,-1-6 0,0 0 0,1 0 0,-1 0 0,0 1 0,0-1 0,0 0 0,0 0 0,0 0 0,0 1 0,0-1 0,0 0 0,0 0 0,0 0 0,-1 0 0,1 1 0,0-1 0,-1 0 0,1 0 0,-1 0 0,0 0 0,1 0 0,-1 0 0,0 0 0,1 0 0,-1 0 0,0 0 0,0-1 0,0 1 0,0 0 0,0 0 0,0-1 0,0 1 0,0-1 0,0 1 0,-2 0 0,2-1 0,0-1 0,0 1 0,0 0 0,0-1 0,0 1 0,0-1 0,0 1 0,0-1 0,1 0 0,-1 1 0,0-1 0,0 0 0,0 0 0,1 1 0,-1-1 0,0 0 0,1 0 0,-1 0 0,1 0 0,-1 0 0,1 0 0,0 0 0,-1 0 0,1 0 0,0 0 0,0 0 0,-1 0 0,1 0 0,0 0 0,0 0 0,1-2 0,-4-40 0,3 40 0,0-10-1365,0 5-5461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6:02:05.2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14 24575,'0'2'0,"0"5"0,0 4 0,3-1 0,1 2 0,-1 1 0,0-4 0,-1-10 0,0-7 0,-2-6 0,4-2 0,2-3 0,2 6 0,-2 7 0,-4 6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6:02:07.1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 90 24575,'-3'-3'0,"-1"-4"0,0-4 0,1-2 0,1-3 0,4 2 0,-2 3 0,-6 4 0,-6 2 0,3 3 0,6 1 0,5 5 0,4 3 0,0 4 0,-1-3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6:02:08.0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133 1 24575,'-3'2'0,"1"0"0,0 0 0,0 0 0,-1 0 0,2 1 0,-1-1 0,0 1 0,0-1 0,1 1 0,-1 0 0,1 0 0,0 0 0,0-1 0,-1 5 0,-1 1 0,-25 57-23,-19 68-1,23-61-1294,21-61-5508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6:02:09.1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0 24575,'-3'0'0,"2"0"0,4 0 0,4 0 0,5 0 0,-1 3 0,1 1 0,-1 0-8191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5:59:32.2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4212 475 24575,'-61'-25'0,"-1"2"0,-1 4 0,-78-15 0,99 25 0,-204-39 0,-3 11 0,-433-9 0,-48 50 0,564 7 0,1 6 0,-226 54 0,47 24 0,258-67 0,-163 81 0,206-86 0,0 3 0,1 1 0,2 2 0,1 2 0,-38 39 0,52-43 0,0 0 0,3 2 0,0 1 0,2 1 0,1 0 0,1 2 0,-24 62 0,29-54 0,1 1 0,2 0 0,2 1 0,-3 59 0,8-30 0,11 133 0,-2-153 0,3 1 0,2-1 0,2 0 0,3-1 0,1-1 0,3 0 0,2-2 0,2 0 0,44 64 0,-26-55 0,2-1 0,2-3 0,3-1 0,1-3 0,3-2 0,98 67 0,-11-24 0,5-6 0,200 85 0,331 84 0,397 37 0,-785-235 0,526 29 0,-722-81 0,0-4 0,122-18 0,-171 13 0,-1-3 0,0-1 0,-1-3 0,0-1 0,-1-1 0,-1-3 0,44-26 0,-10-5 0,-2-2 0,-2-4 0,97-102 0,156-210 0,-277 314 0,-2-3 0,-3-1 0,-3-2 0,-2-2 0,35-83 0,-59 115 0,-1 1 0,-1-2 0,-2 1 0,-1-1 0,-1-1 0,-2 1 0,0 0 0,-3-1 0,0 0 0,-2 1 0,-1 0 0,-2-1 0,-1 1 0,-15-47 0,0 24 0,-3 0 0,-2 1 0,-2 2 0,-2 1 0,-2 1 0,-57-65 0,-1 15 0,-177-148 0,76 90 0,-7 9 0,-6 8 0,-6 9 0,-5 10 0,-5 9 0,-373-131 0,527 220-341,0 2 0,-2 3-1,-71-8 1,102 22-6485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5:59:36.0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712 18 24575,'-77'-13'0,"43"10"0,0 2 0,-1 1 0,1 2 0,-62 11 0,74-8 0,1 1 0,0 0 0,1 2 0,0 1 0,0 0 0,1 2 0,0 0 0,-29 23 0,32-22 0,1 0 0,1 1 0,0 1 0,0 0 0,1 1 0,1 1 0,1 0 0,0 0 0,1 1 0,1 0 0,0 1 0,2 0 0,0 0 0,1 1 0,0 0 0,2 0 0,0 0 0,1 0 0,0 26 0,2-9 0,0-20 0,0 0 0,1 0 0,0 0 0,2 0 0,0 0 0,5 18 0,-6-31 0,1 0 0,0 0 0,0 0 0,0 0 0,1 0 0,-1-1 0,1 1 0,0-1 0,-1 1 0,1-1 0,0 0 0,0 0 0,0 0 0,1-1 0,-1 1 0,0-1 0,1 0 0,-1 0 0,1 0 0,-1 0 0,5 0 0,11 2 0,1 0 0,31-2 0,-39 0 0,36-1 0,1-1 0,-1-2 0,0-3 0,0-2 0,47-13 0,-70 13 0,-1 0 0,0-2 0,0-1 0,-1 0 0,-1-2 0,0-1 0,-1 0 0,0-2 0,-2 0 0,1-1 0,20-25 0,-32 32 12,-1 0 0,1 0 0,-2-1 0,1 0 0,-2 0 0,1-1 0,-2 0 0,0 0 0,5-23 0,-7 28-95,-1-1 1,0 0-1,0 1 1,-1-1-1,0 0 1,-1 0-1,0 1 1,0-1-1,0 0 1,-1 1-1,0-1 1,-1 1-1,0 0 1,0 0-1,0 0 1,-1 0-1,-4-7 1,-15-13-6744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5:59:37.4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862 214 24575,'-79'14'0,"32"-5"0,0 1 0,2 3 0,-1 2 0,2 1 0,0 3 0,1 2 0,-73 46 0,82-45 0,1 2 0,2 0 0,0 3 0,1 0 0,2 2 0,-31 40 0,46-52 0,1 2 0,0-1 0,2 1 0,0 0 0,1 1 0,1 1 0,1-1 0,1 1 0,1 0 0,0 0 0,2 1 0,0-1 0,1 27 0,2-33 0,1 0 0,0-1 0,1 1 0,1-1 0,0 0 0,1 0 0,7 16 0,-9-25 0,0-1 0,0 0 0,0 0 0,1 1 0,0-2 0,0 1 0,0 0 0,0-1 0,0 1 0,1-1 0,0 0 0,-1 0 0,1 0 0,0-1 0,0 1 0,1-1 0,-1 0 0,0 0 0,1 0 0,-1-1 0,1 0 0,0 0 0,-1 0 0,1 0 0,8-1 0,263-5 0,-241 1 0,1-1 0,-1-1 0,0-2 0,-1-2 0,0-1 0,0-1 0,-2-2 0,1-1 0,38-26 0,-25 11 0,-2-2 0,-1-2 0,-1-1 0,-2-3 0,49-59 0,-75 79 0,0-2 0,-1 0 0,0 0 0,-2-1 0,-1-1 0,0 0 0,-2 0 0,0-1 0,-2 0 0,0 0 0,-2 0 0,0-1 0,-2 0 0,0 0 0,-2 0 0,-1 1 0,-1-1 0,0 0 0,-2 0 0,-1 1 0,-1 0 0,-16-42 0,15 48-170,-1 1-1,0 0 0,-1 1 1,-1-1-1,0 2 0,-1-1 1,-24-23-1,8 13-6655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6:02:46.5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24575,'2'22'0,"1"-1"0,1 0 0,1 0 0,15 39 0,-19-57 0,34 91 0,20 62 0,-23-37 0,-1 2 0,5-2 0,72 159 0,-59-185 0,4-3 0,95 124 0,-5-54 0,-104-123 0,77 56 0,-72-60 0,89 52 0,-57-39 0,-9-7 0,0-3 0,97 36 0,149 38 0,-275-97 0,181 52 0,54 18 0,-159-40 0,156 50 0,-139-52 0,155 42 0,-198-63 0,9 4 0,110 11 0,-95-19 0,-65-8 0,77 3 0,1120-12 0,-1232 0 0,1 0 0,0-1 0,-1-1 0,0 0 0,13-4 0,-12 2 0,0 1 0,0 1 0,0 1 0,20-2 0,-26 4-115,48-7-1135,-44 4-5576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5:57:29.8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1296 318 24575,'-42'-3'0,"0"-1"0,-61-14 0,-45-5 0,40 14 0,9 0 0,-157 6 0,228 7 0,0 1 0,1 1 0,0 1 0,0 1 0,1 2 0,0 1 0,0 1 0,2 1 0,-1 1 0,2 1 0,0 1 0,1 1 0,0 1 0,1 1 0,2 1 0,0 1 0,-22 31 0,35-42 0,0 0 0,1 1 0,0 0 0,1 0 0,0 0 0,0 1 0,1-1 0,1 1 0,0 0 0,1-1 0,0 1 0,1 0 0,0 0 0,1 0 0,3 19 0,-1-15 0,1 1 0,1-1 0,1 0 0,0 0 0,1-1 0,0 0 0,1 0 0,1-1 0,1 0 0,15 18 0,5 0 0,3-1 0,0-2 0,2-2 0,1-1 0,1-1 0,1-2 0,47 20 0,19 2 0,177 51 0,30-13 0,4-13 0,3-15 0,575 27 0,-855-81 0,22 1 0,71-6 0,-112 2 0,0 0 0,-1-2 0,1 0 0,-1-1 0,0-1 0,0-1 0,32-17 0,242-174 0,-283 190 0,-1 0 0,0-1 0,-1 0 0,1 0 0,-2 0 0,1-1 0,-1 0 0,-1 0 0,0-1 0,0 1 0,-1-1 0,0 0 0,3-19 0,-3 10 0,-1 0 0,-1 0 0,0 0 0,-2 0 0,0-1 0,-1 1 0,-4-21 0,2 31 0,0 0 0,-1 0 0,0 0 0,0 0 0,-1 1 0,0 0 0,-1 0 0,0 0 0,-1 1 0,1-1 0,-1 2 0,-12-11 0,-13-9 0,-62-41 0,87 63 0,-116-70 0,-2 5 0,-4 6 0,-2 5 0,-2 6 0,-174-43 0,-709-117 0,835 181 0,-179-51-1365,334 75-5461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6:06:54.0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2 647 24575,'-1'-18'0,"1"0"0,1 1 0,0-1 0,1 1 0,1-1 0,1 1 0,1 0 0,0 0 0,1 0 0,1 1 0,0 0 0,15-23 0,3 5 0,1 1 0,51-50 0,-65 71 0,5-5 0,0 0 0,35-25 0,-45 37 0,1 1 0,-1 0 0,1 0 0,-1 1 0,1 0 0,0 0 0,0 1 0,1 0 0,-1 0 0,0 1 0,13 0 0,-13 1 0,0-1 0,0 1 0,1-2 0,-1 1 0,0-1 0,-1 0 0,1 0 0,0-1 0,-1 0 0,1-1 0,-1 0 0,0 0 0,0 0 0,0-1 0,-1 0 0,0 0 0,7-7 0,-12 11 0,-1 0 0,1 0 0,-1 0 0,0 1 0,1-1 0,-1 0 0,0 0 0,1 0 0,-1 0 0,0 0 0,0 0 0,0 0 0,0 0 0,0 0 0,0 0 0,0 0 0,0 0 0,0 0 0,0 0 0,0 1 0,-1-1 0,1 0 0,0 0 0,-1 0 0,1 0 0,-1 0 0,1 0 0,-1 1 0,1-1 0,-2-1 0,-28-22 0,-11 6 0,44 20 0,0-1 0,0 1 0,1 0 0,-2 0 0,1 0 0,0 0 0,0 0 0,-1 1 0,1-1 0,-1 1 0,0 0 0,1-1 0,-1 1 0,-1 0 0,1 1 0,0-1 0,-1 0 0,1 0 0,-1 1 0,0-1 0,0 0 0,-1 1 0,1-1 0,-1 1 0,1-1 0,-1 1 0,0-1 0,-1 5 0,-2 8 0,0-1 0,-1 1 0,-1 0 0,-1-1 0,-8 17 0,8-18 0,0-1 0,1 1 0,0 0 0,-3 22 0,6 32-1365,2-53-5461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6:06:55.4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151 152 24575,'-3'0'0,"-4"-2"0,0-5 0,-3-4 0,-2 1 0,1-2 0,3-1 0,-1-2 0,-2 2 0,-1 1 0,-2-2 0,-2 0 0,0-2 0,1 3-8191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6T16:19:10.5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24575,'550'0'0,"-519"3"-1365,-20 0-5461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1T07:07:59.0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24575,'1296'0'0,"-1223"3"-1365,-47 0-5461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D074E5-F24B-4253-A921-8FC4C04D927C}" type="datetimeFigureOut">
              <a:rPr lang="de-DE" smtClean="0"/>
              <a:t>16.06.26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106E30-3B85-405A-919E-77A48A946BF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4594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06E30-3B85-405A-919E-77A48A946BFB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53127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7.sv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7.sv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7.sv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17.sv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19.sv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21.sv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4.svg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7.jpe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0.jpeg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2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page Pale Daw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1557338"/>
            <a:ext cx="6402080" cy="1728000"/>
          </a:xfrm>
        </p:spPr>
        <p:txBody>
          <a:bodyPr anchor="b"/>
          <a:lstStyle>
            <a:lvl1pPr algn="l">
              <a:defRPr sz="4600"/>
            </a:lvl1pPr>
          </a:lstStyle>
          <a:p>
            <a:r>
              <a:rPr lang="en-GB" noProof="0" dirty="0"/>
              <a:t>Title page Tahoma</a:t>
            </a:r>
            <a:br>
              <a:rPr lang="en-GB" noProof="0" dirty="0"/>
            </a:br>
            <a:r>
              <a:rPr lang="en-GB" noProof="0" dirty="0"/>
              <a:t>Regular 46pt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5019DDA-A61B-0E47-683F-75F4B596ECA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4000" y="3500561"/>
            <a:ext cx="4241840" cy="17280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Subline Tahoma Regular 24pt</a:t>
            </a:r>
            <a:endParaRPr lang="en-GB" noProof="0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F38D8D8-3C83-D5BF-35A8-FC656630990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2AC2F25-8CE6-EA90-4EBF-40ECB7A1DB6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1EA02D96-00F6-44C0-C8D8-682C01B4A6E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6B1870-AC61-E2F1-B3F2-2A71A9CD162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8" name="Graphic 4">
            <a:extLst>
              <a:ext uri="{FF2B5EF4-FFF2-40B4-BE49-F238E27FC236}">
                <a16:creationId xmlns:a16="http://schemas.microsoft.com/office/drawing/2014/main" id="{825357B0-0EAB-921F-778F-4259F05175D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1DEF8CD4-AC3E-A18F-4CF2-32A35E0B99C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10" name="Graphic 4">
            <a:extLst>
              <a:ext uri="{FF2B5EF4-FFF2-40B4-BE49-F238E27FC236}">
                <a16:creationId xmlns:a16="http://schemas.microsoft.com/office/drawing/2014/main" id="{48EA428B-8D4C-F86A-473B-07D2F0BF7E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11" name="Picture 6">
            <a:extLst>
              <a:ext uri="{FF2B5EF4-FFF2-40B4-BE49-F238E27FC236}">
                <a16:creationId xmlns:a16="http://schemas.microsoft.com/office/drawing/2014/main" id="{8DE77133-20DA-0034-860B-1108ED1E002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1463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0" orient="horz" pos="981" userDrawn="1">
          <p15:clr>
            <a:srgbClr val="FBAE40"/>
          </p15:clr>
        </p15:guide>
        <p15:guide id="21" orient="horz" pos="2069" userDrawn="1">
          <p15:clr>
            <a:srgbClr val="FBAE40"/>
          </p15:clr>
        </p15:guide>
        <p15:guide id="22" orient="horz" pos="2205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page Grey Dus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1557338"/>
            <a:ext cx="6402080" cy="1728000"/>
          </a:xfrm>
        </p:spPr>
        <p:txBody>
          <a:bodyPr anchor="b"/>
          <a:lstStyle>
            <a:lvl1pPr algn="l">
              <a:defRPr sz="46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Title page Tahoma</a:t>
            </a:r>
            <a:br>
              <a:rPr lang="en-GB" noProof="0"/>
            </a:br>
            <a:r>
              <a:rPr lang="en-GB" noProof="0"/>
              <a:t>Regular 46pt</a:t>
            </a:r>
            <a:endParaRPr lang="en-GB" noProof="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5019DDA-A61B-0E47-683F-75F4B596ECA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4000" y="3500561"/>
            <a:ext cx="4241840" cy="1728000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Subline Tahoma Regular 24pt</a:t>
            </a:r>
            <a:endParaRPr lang="en-GB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AC2F25-8CE6-EA90-4EBF-40ECB7A1DB6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C8B24DAA-140E-5460-44BB-0AB9F6F05A8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7311600" y="1791000"/>
            <a:ext cx="3679200" cy="3276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811E9B8-969C-DD91-D330-E4CCD03F945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5AB53D17-AD19-C4AA-65A3-8581E28F94D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7311600" y="1791000"/>
            <a:ext cx="3679200" cy="3276000"/>
          </a:xfrm>
          <a:prstGeom prst="rect">
            <a:avLst/>
          </a:prstGeom>
        </p:spPr>
      </p:pic>
      <p:pic>
        <p:nvPicPr>
          <p:cNvPr id="8" name="Picture 3">
            <a:extLst>
              <a:ext uri="{FF2B5EF4-FFF2-40B4-BE49-F238E27FC236}">
                <a16:creationId xmlns:a16="http://schemas.microsoft.com/office/drawing/2014/main" id="{149011F5-C195-5B30-F285-E500B1B7A15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9" name="Graphic 4">
            <a:extLst>
              <a:ext uri="{FF2B5EF4-FFF2-40B4-BE49-F238E27FC236}">
                <a16:creationId xmlns:a16="http://schemas.microsoft.com/office/drawing/2014/main" id="{A188E4AB-E23E-7CE1-9D2E-DBBD0163A6C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7311600" y="1791000"/>
            <a:ext cx="3679200" cy="3276000"/>
          </a:xfrm>
          <a:prstGeom prst="rect">
            <a:avLst/>
          </a:prstGeom>
        </p:spPr>
      </p:pic>
      <p:pic>
        <p:nvPicPr>
          <p:cNvPr id="10" name="Picture 3">
            <a:extLst>
              <a:ext uri="{FF2B5EF4-FFF2-40B4-BE49-F238E27FC236}">
                <a16:creationId xmlns:a16="http://schemas.microsoft.com/office/drawing/2014/main" id="{45DB35F1-109E-F0C3-843C-62B49B5992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11" name="Graphic 4">
            <a:extLst>
              <a:ext uri="{FF2B5EF4-FFF2-40B4-BE49-F238E27FC236}">
                <a16:creationId xmlns:a16="http://schemas.microsoft.com/office/drawing/2014/main" id="{1B077F9E-4C64-A980-1511-14060FADFD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7311600" y="1791000"/>
            <a:ext cx="3679200" cy="32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893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0" orient="horz" pos="981" userDrawn="1">
          <p15:clr>
            <a:srgbClr val="FBAE40"/>
          </p15:clr>
        </p15:guide>
        <p15:guide id="21" orient="horz" pos="2069" userDrawn="1">
          <p15:clr>
            <a:srgbClr val="FBAE40"/>
          </p15:clr>
        </p15:guide>
        <p15:guide id="22" orient="horz" pos="2205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l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2AC2F25-8CE6-EA90-4EBF-40ECB7A1DB6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811E9B8-969C-DD91-D330-E4CCD03F945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5AB53D17-AD19-C4AA-65A3-8581E28F94D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10632503" y="5116339"/>
            <a:ext cx="1151509" cy="102531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927C7D86-013E-227B-04A0-F3F81FA429BD}"/>
              </a:ext>
            </a:extLst>
          </p:cNvPr>
          <p:cNvSpPr/>
          <p:nvPr/>
        </p:nvSpPr>
        <p:spPr bwMode="white">
          <a:xfrm>
            <a:off x="222843" y="3097895"/>
            <a:ext cx="10225136" cy="36933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GB" sz="24000" b="1" cap="none" spc="0" dirty="0">
                <a:ln w="28575">
                  <a:solidFill>
                    <a:schemeClr val="bg1"/>
                  </a:solidFill>
                  <a:prstDash val="solid"/>
                </a:ln>
                <a:noFill/>
              </a:rPr>
              <a:t>Hello</a:t>
            </a: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CA60CE4E-D4D6-8B89-A357-2FA9499E3FD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3" name="Graphic 4">
            <a:extLst>
              <a:ext uri="{FF2B5EF4-FFF2-40B4-BE49-F238E27FC236}">
                <a16:creationId xmlns:a16="http://schemas.microsoft.com/office/drawing/2014/main" id="{9194C185-11C5-DE5A-412F-A22FFB8AAFF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10632503" y="5116339"/>
            <a:ext cx="1151509" cy="1025316"/>
          </a:xfrm>
          <a:prstGeom prst="rect">
            <a:avLst/>
          </a:prstGeom>
        </p:spPr>
      </p:pic>
      <p:sp>
        <p:nvSpPr>
          <p:cNvPr id="7" name="Rectangle 13">
            <a:extLst>
              <a:ext uri="{FF2B5EF4-FFF2-40B4-BE49-F238E27FC236}">
                <a16:creationId xmlns:a16="http://schemas.microsoft.com/office/drawing/2014/main" id="{8FE80282-0A73-8EDC-89D0-2A64BAE01EE9}"/>
              </a:ext>
            </a:extLst>
          </p:cNvPr>
          <p:cNvSpPr/>
          <p:nvPr/>
        </p:nvSpPr>
        <p:spPr bwMode="white">
          <a:xfrm>
            <a:off x="222843" y="3097895"/>
            <a:ext cx="10225136" cy="36933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GB" sz="24000" b="1" cap="none" spc="0" dirty="0">
                <a:ln w="28575">
                  <a:solidFill>
                    <a:schemeClr val="bg1"/>
                  </a:solidFill>
                  <a:prstDash val="solid"/>
                </a:ln>
                <a:noFill/>
              </a:rPr>
              <a:t>Hello</a:t>
            </a:r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884EB802-C6CB-08EE-95CE-FAB77BB1BF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9" name="Graphic 4">
            <a:extLst>
              <a:ext uri="{FF2B5EF4-FFF2-40B4-BE49-F238E27FC236}">
                <a16:creationId xmlns:a16="http://schemas.microsoft.com/office/drawing/2014/main" id="{9373C2FA-E230-237F-09C8-B7E96681FA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 bwMode="black">
          <a:xfrm>
            <a:off x="10632503" y="5116339"/>
            <a:ext cx="1151509" cy="1025316"/>
          </a:xfrm>
          <a:prstGeom prst="rect">
            <a:avLst/>
          </a:prstGeom>
        </p:spPr>
      </p:pic>
      <p:sp>
        <p:nvSpPr>
          <p:cNvPr id="10" name="Rectangle 13">
            <a:extLst>
              <a:ext uri="{FF2B5EF4-FFF2-40B4-BE49-F238E27FC236}">
                <a16:creationId xmlns:a16="http://schemas.microsoft.com/office/drawing/2014/main" id="{25627794-07DD-EF28-4C29-3C7BAB4EABBA}"/>
              </a:ext>
            </a:extLst>
          </p:cNvPr>
          <p:cNvSpPr/>
          <p:nvPr userDrawn="1"/>
        </p:nvSpPr>
        <p:spPr bwMode="white">
          <a:xfrm>
            <a:off x="222843" y="3097895"/>
            <a:ext cx="10225136" cy="36933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GB" sz="24000" b="1" cap="none" spc="0" dirty="0">
                <a:ln w="28575">
                  <a:solidFill>
                    <a:schemeClr val="bg1"/>
                  </a:solidFill>
                  <a:prstDash val="solid"/>
                </a:ln>
                <a:noFill/>
              </a:rPr>
              <a:t>Hello</a:t>
            </a:r>
          </a:p>
        </p:txBody>
      </p:sp>
    </p:spTree>
    <p:extLst>
      <p:ext uri="{BB962C8B-B14F-4D97-AF65-F5344CB8AC3E}">
        <p14:creationId xmlns:p14="http://schemas.microsoft.com/office/powerpoint/2010/main" val="27504825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0" orient="horz" pos="981" userDrawn="1">
          <p15:clr>
            <a:srgbClr val="FBAE40"/>
          </p15:clr>
        </p15:guide>
        <p15:guide id="21" orient="horz" pos="2069" userDrawn="1">
          <p15:clr>
            <a:srgbClr val="FBAE40"/>
          </p15:clr>
        </p15:guide>
        <p15:guide id="22" orient="horz" pos="2205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page with ima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9CE2A31-FF39-4F0E-50FA-8381A00B59B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50081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CH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1557338"/>
            <a:ext cx="6402080" cy="1728000"/>
          </a:xfrm>
        </p:spPr>
        <p:txBody>
          <a:bodyPr anchor="b"/>
          <a:lstStyle>
            <a:lvl1pPr algn="l">
              <a:defRPr sz="46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Title page Tahoma</a:t>
            </a:r>
            <a:br>
              <a:rPr lang="en-GB" noProof="0"/>
            </a:br>
            <a:r>
              <a:rPr lang="en-GB" noProof="0"/>
              <a:t>Regular 46pt</a:t>
            </a:r>
            <a:endParaRPr lang="en-GB" noProof="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5019DDA-A61B-0E47-683F-75F4B596ECA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4000" y="3500561"/>
            <a:ext cx="4241840" cy="1728000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Subline Tahoma Regular 24pt</a:t>
            </a:r>
            <a:endParaRPr lang="en-GB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AC2F25-8CE6-EA90-4EBF-40ECB7A1DB6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811E9B8-969C-DD91-D330-E4CCD03F945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141EDD3-1C1B-9CF2-9A6D-C1EEA468D30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11600" y="1791000"/>
            <a:ext cx="3679200" cy="3276000"/>
          </a:xfr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/>
            </a:lvl1pPr>
          </a:lstStyle>
          <a:p>
            <a:pPr lvl="0"/>
            <a:r>
              <a:rPr lang="en-US" dirty="0"/>
              <a:t> </a:t>
            </a:r>
            <a:endParaRPr lang="de-CH" dirty="0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FDDB8A81-EF60-A157-071A-9E447E42B39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21725D1A-B2EB-CD7B-1A08-5E609A93C3E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7363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0" orient="horz" pos="981" userDrawn="1">
          <p15:clr>
            <a:srgbClr val="FBAE40"/>
          </p15:clr>
        </p15:guide>
        <p15:guide id="21" orient="horz" pos="2069" userDrawn="1">
          <p15:clr>
            <a:srgbClr val="FBAE40"/>
          </p15:clr>
        </p15:guide>
        <p15:guide id="22" orient="horz" pos="2205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page The Beam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63877F06-C7CF-4E72-66F5-A16773F31F3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11668082-C103-04C4-615F-C4CF11CEB98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414000" y="1557338"/>
            <a:ext cx="6402080" cy="1728000"/>
          </a:xfrm>
        </p:spPr>
        <p:txBody>
          <a:bodyPr anchor="b"/>
          <a:lstStyle>
            <a:lvl1pPr algn="l">
              <a:defRPr sz="46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Title page Tahoma</a:t>
            </a:r>
            <a:br>
              <a:rPr lang="en-GB" noProof="0" dirty="0"/>
            </a:br>
            <a:r>
              <a:rPr lang="en-GB" noProof="0" dirty="0"/>
              <a:t>Regular 46pt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5019DDA-A61B-0E47-683F-75F4B596ECA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414000" y="3500561"/>
            <a:ext cx="4241840" cy="1728000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Subline Tahoma Regular 24pt</a:t>
            </a:r>
            <a:endParaRPr lang="en-GB" noProof="0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E2DAB89-A77F-21F4-3F02-CC99C8DF79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F38D8D8-3C83-D5BF-35A8-FC656630990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1516A39E-CE5F-3E77-DF9A-5FC04D05DC8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10" name="Graphic 5">
            <a:extLst>
              <a:ext uri="{FF2B5EF4-FFF2-40B4-BE49-F238E27FC236}">
                <a16:creationId xmlns:a16="http://schemas.microsoft.com/office/drawing/2014/main" id="{12D14B0B-8754-B379-C376-7FE1FB336C3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  <p:pic>
        <p:nvPicPr>
          <p:cNvPr id="12" name="Graphic 5">
            <a:extLst>
              <a:ext uri="{FF2B5EF4-FFF2-40B4-BE49-F238E27FC236}">
                <a16:creationId xmlns:a16="http://schemas.microsoft.com/office/drawing/2014/main" id="{60DF0103-D8DB-CE12-8134-A2927C18DF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3027" t="28609" r="33027" b="28608"/>
          <a:stretch/>
        </p:blipFill>
        <p:spPr>
          <a:xfrm>
            <a:off x="7311600" y="1789200"/>
            <a:ext cx="3677502" cy="3276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9955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0" orient="horz" pos="981" userDrawn="1">
          <p15:clr>
            <a:srgbClr val="FBAE40"/>
          </p15:clr>
        </p15:guide>
        <p15:guide id="21" orient="horz" pos="2069" userDrawn="1">
          <p15:clr>
            <a:srgbClr val="FBAE40"/>
          </p15:clr>
        </p15:guide>
        <p15:guide id="22" orient="horz" pos="2205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2503AE8-87C8-7C42-87FF-B221056179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2750" y="1563689"/>
            <a:ext cx="11366500" cy="4538661"/>
          </a:xfrm>
        </p:spPr>
        <p:txBody>
          <a:bodyPr numCol="2"/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600"/>
              </a:spcAft>
              <a:tabLst>
                <a:tab pos="5203825" algn="r"/>
              </a:tabLst>
              <a:defRPr/>
            </a:lvl1pPr>
            <a:lvl2pPr>
              <a:lnSpc>
                <a:spcPct val="170000"/>
              </a:lnSpc>
              <a:defRPr/>
            </a:lvl2pPr>
            <a:lvl3pPr>
              <a:lnSpc>
                <a:spcPct val="170000"/>
              </a:lnSpc>
              <a:defRPr/>
            </a:lvl3pPr>
            <a:lvl4pPr>
              <a:lnSpc>
                <a:spcPct val="170000"/>
              </a:lnSpc>
              <a:defRPr/>
            </a:lvl4pPr>
            <a:lvl5pPr>
              <a:lnSpc>
                <a:spcPct val="170000"/>
              </a:lnSpc>
              <a:defRPr/>
            </a:lvl5pPr>
          </a:lstStyle>
          <a:p>
            <a:pPr lvl="0"/>
            <a:r>
              <a:rPr lang="en-GB"/>
              <a:t>18pt copy here idem endit voluptis</a:t>
            </a:r>
          </a:p>
          <a:p>
            <a:pPr lvl="0"/>
            <a:r>
              <a:rPr lang="en-GB"/>
              <a:t>18pt copy here idem endit voluptis</a:t>
            </a:r>
          </a:p>
          <a:p>
            <a:pPr lvl="0"/>
            <a:r>
              <a:rPr lang="en-GB"/>
              <a:t>18pt copy here idem endit voluptis</a:t>
            </a:r>
          </a:p>
          <a:p>
            <a:pPr lvl="0"/>
            <a:r>
              <a:rPr lang="en-GB"/>
              <a:t>18pt copy here idem endit voluptis</a:t>
            </a:r>
          </a:p>
          <a:p>
            <a:pPr lvl="0"/>
            <a:r>
              <a:rPr lang="en-GB"/>
              <a:t>18pt copy here idem endit voluptis</a:t>
            </a:r>
          </a:p>
          <a:p>
            <a:pPr lvl="0"/>
            <a:r>
              <a:rPr lang="en-GB"/>
              <a:t>18pt copy here idem endit voluptis</a:t>
            </a:r>
            <a:endParaRPr lang="en-GB" dirty="0"/>
          </a:p>
        </p:txBody>
      </p:sp>
      <p:sp>
        <p:nvSpPr>
          <p:cNvPr id="25" name="Tytuł 1">
            <a:extLst>
              <a:ext uri="{FF2B5EF4-FFF2-40B4-BE49-F238E27FC236}">
                <a16:creationId xmlns:a16="http://schemas.microsoft.com/office/drawing/2014/main" id="{9C6D873D-3126-1544-962C-88D0FD3CCE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000" y="319149"/>
            <a:ext cx="9720000" cy="925451"/>
          </a:xfrm>
        </p:spPr>
        <p:txBody>
          <a:bodyPr bIns="43200" anchor="b" anchorCtr="0"/>
          <a:lstStyle>
            <a:lvl1pPr>
              <a:defRPr sz="3000"/>
            </a:lvl1pPr>
          </a:lstStyle>
          <a:p>
            <a:r>
              <a:rPr lang="en-GB"/>
              <a:t>Agenda</a:t>
            </a:r>
            <a:br>
              <a:rPr lang="en-GB"/>
            </a:br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5E121F-7732-2A3A-0581-E5F2CEB725A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963F8C3-E174-46F7-A860-B75DC1343E3B}" type="datetime1">
              <a:rPr lang="en-GB" smtClean="0"/>
              <a:t>16/06/2026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FD6708-A4EB-380C-B44E-1EE6B67751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C95608-6BD9-1F3C-31D7-0FB5E95756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292964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1" orient="horz" pos="984">
          <p15:clr>
            <a:srgbClr val="FBAE40"/>
          </p15:clr>
        </p15:guide>
        <p15:guide id="12" orient="horz" pos="784">
          <p15:clr>
            <a:srgbClr val="FBAE40"/>
          </p15:clr>
        </p15:guide>
        <p15:guide id="13" pos="3946">
          <p15:clr>
            <a:srgbClr val="FBAE40"/>
          </p15:clr>
        </p15:guide>
        <p15:guide id="14" orient="horz" pos="397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5C5679-592B-8085-312D-D5F980E640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Agenda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80484B7-EB5B-9411-1251-17ED1D5DD8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6800" y="1414800"/>
            <a:ext cx="5544738" cy="4751050"/>
          </a:xfrm>
        </p:spPr>
        <p:txBody>
          <a:bodyPr/>
          <a:lstStyle>
            <a:lvl1pPr>
              <a:lnSpc>
                <a:spcPct val="140000"/>
              </a:lnSpc>
              <a:spcBef>
                <a:spcPts val="0"/>
              </a:spcBef>
              <a:spcAft>
                <a:spcPts val="1600"/>
              </a:spcAft>
              <a:tabLst>
                <a:tab pos="5384800" algn="r"/>
              </a:tabLst>
              <a:defRPr/>
            </a:lvl1pPr>
          </a:lstStyle>
          <a:p>
            <a:pPr lvl="0"/>
            <a:r>
              <a:rPr lang="en-GB" noProof="0"/>
              <a:t>Click to add text Tahoma Regular 18pt 	2</a:t>
            </a:r>
          </a:p>
          <a:p>
            <a:pPr lvl="0"/>
            <a:r>
              <a:rPr lang="en-GB" noProof="0"/>
              <a:t>Adipiscing elit. Maecenas porttitor congue massa</a:t>
            </a:r>
            <a:br>
              <a:rPr lang="en-GB" noProof="0"/>
            </a:br>
            <a:r>
              <a:rPr lang="en-GB" noProof="0"/>
              <a:t>fusce posuere, magna sed pulvinar ultricies	6</a:t>
            </a:r>
          </a:p>
          <a:p>
            <a:pPr lvl="0"/>
            <a:r>
              <a:rPr lang="en-GB" noProof="0"/>
              <a:t>Purus lectus malesuada libero	7</a:t>
            </a:r>
          </a:p>
          <a:p>
            <a:pPr lvl="0"/>
            <a:r>
              <a:rPr lang="en-GB" noProof="0"/>
              <a:t>Sit amet commodo magna eros qujs uma lorem </a:t>
            </a:r>
            <a:br>
              <a:rPr lang="en-GB" noProof="0"/>
            </a:br>
            <a:r>
              <a:rPr lang="en-GB" noProof="0"/>
              <a:t>ipsum dolor sit amet, consectetuer	16</a:t>
            </a:r>
          </a:p>
          <a:p>
            <a:pPr lvl="0"/>
            <a:r>
              <a:rPr lang="en-GB" noProof="0"/>
              <a:t>Nunc viverra imperdiet enim	22</a:t>
            </a:r>
          </a:p>
          <a:p>
            <a:pPr lvl="0"/>
            <a:r>
              <a:rPr lang="en-GB" noProof="0"/>
              <a:t>Vivamus a tellus	24</a:t>
            </a:r>
            <a:endParaRPr lang="en-GB" noProof="0" dirty="0"/>
          </a:p>
        </p:txBody>
      </p:sp>
      <p:sp>
        <p:nvSpPr>
          <p:cNvPr id="14" name="Bildplatzhalter 13">
            <a:extLst>
              <a:ext uri="{FF2B5EF4-FFF2-40B4-BE49-F238E27FC236}">
                <a16:creationId xmlns:a16="http://schemas.microsoft.com/office/drawing/2014/main" id="{7BBD0EF3-422C-AA7B-57FD-AB1944B7A5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>
            <a:off x="6096000" y="-11438"/>
            <a:ext cx="6096000" cy="6869438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ACA67851-F5B3-6F8A-38D9-3E08F7B3B1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EB1C7205-C863-4E78-8E8D-3B4876964C7F}" type="datetime1">
              <a:rPr lang="en-GB" smtClean="0"/>
              <a:t>16/06/2026</a:t>
            </a:fld>
            <a:endParaRPr lang="en-GB" dirty="0"/>
          </a:p>
        </p:txBody>
      </p:sp>
      <p:sp>
        <p:nvSpPr>
          <p:cNvPr id="12" name="Fußzeilenplatzhalter 4">
            <a:extLst>
              <a:ext uri="{FF2B5EF4-FFF2-40B4-BE49-F238E27FC236}">
                <a16:creationId xmlns:a16="http://schemas.microsoft.com/office/drawing/2014/main" id="{CE36C03B-8040-A932-D3DA-9A1227EAAA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3" name="Symbol zastępczy numeru slajdu 5">
            <a:extLst>
              <a:ext uri="{FF2B5EF4-FFF2-40B4-BE49-F238E27FC236}">
                <a16:creationId xmlns:a16="http://schemas.microsoft.com/office/drawing/2014/main" id="{AEDB4900-5D18-1C4F-0225-415135BDF0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366255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4" pos="3840" userDrawn="1">
          <p15:clr>
            <a:srgbClr val="FBAE40"/>
          </p15:clr>
        </p15:guide>
        <p15:guide id="25" orient="horz" pos="890" userDrawn="1">
          <p15:clr>
            <a:srgbClr val="FBAE40"/>
          </p15:clr>
        </p15:guide>
        <p15:guide id="26" orient="horz" pos="709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umsplatzhalter 3">
            <a:extLst>
              <a:ext uri="{FF2B5EF4-FFF2-40B4-BE49-F238E27FC236}">
                <a16:creationId xmlns:a16="http://schemas.microsoft.com/office/drawing/2014/main" id="{ECE73981-C201-51EF-2607-8B6F989867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92BD7BEA-F208-4EA6-9D7D-7072581083D1}" type="datetime1">
              <a:rPr lang="en-GB" smtClean="0"/>
              <a:t>16/06/2026</a:t>
            </a:fld>
            <a:endParaRPr lang="en-GB" dirty="0"/>
          </a:p>
        </p:txBody>
      </p:sp>
      <p:sp>
        <p:nvSpPr>
          <p:cNvPr id="11" name="Fußzeilenplatzhalter 4">
            <a:extLst>
              <a:ext uri="{FF2B5EF4-FFF2-40B4-BE49-F238E27FC236}">
                <a16:creationId xmlns:a16="http://schemas.microsoft.com/office/drawing/2014/main" id="{19EFF565-89FB-EE3D-83C5-B2463D688A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2" name="Symbol zastępczy numeru slajdu 5">
            <a:extLst>
              <a:ext uri="{FF2B5EF4-FFF2-40B4-BE49-F238E27FC236}">
                <a16:creationId xmlns:a16="http://schemas.microsoft.com/office/drawing/2014/main" id="{E4D0551D-FDE2-0510-6E01-BBCE89D802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83231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01BE1B-4DEC-A35D-BC96-0A2B3CC096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BE0571D5-3B18-53C0-7177-77782D50FD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B60543D4-6FED-721E-6C63-F201FEBF44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22B4C34-8539-4A47-8763-AA072889AAA3}" type="datetime1">
              <a:rPr lang="en-GB" smtClean="0"/>
              <a:t>16/06/2026</a:t>
            </a:fld>
            <a:endParaRPr lang="en-GB" dirty="0"/>
          </a:p>
        </p:txBody>
      </p:sp>
      <p:sp>
        <p:nvSpPr>
          <p:cNvPr id="12" name="Fußzeilenplatzhalter 4">
            <a:extLst>
              <a:ext uri="{FF2B5EF4-FFF2-40B4-BE49-F238E27FC236}">
                <a16:creationId xmlns:a16="http://schemas.microsoft.com/office/drawing/2014/main" id="{3C3C6A52-8BB8-1700-F328-99B71F2512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3" name="Symbol zastępczy numeru slajdu 5">
            <a:extLst>
              <a:ext uri="{FF2B5EF4-FFF2-40B4-BE49-F238E27FC236}">
                <a16:creationId xmlns:a16="http://schemas.microsoft.com/office/drawing/2014/main" id="{73C14E30-0B55-0241-00BA-A1B71E2529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71198766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ub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5C5679-592B-8085-312D-D5F980E640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237F1CC-DD3F-9046-4B2A-4BC66E001F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6399" y="1127125"/>
            <a:ext cx="11365200" cy="360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GB" noProof="0"/>
              <a:t>Subline Tahoma Regular 20pt</a:t>
            </a:r>
            <a:endParaRPr lang="en-GB" noProof="0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454A7669-69F9-5D52-67FF-E0E7527ACBB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2" name="Datumsplatzhalter 3">
            <a:extLst>
              <a:ext uri="{FF2B5EF4-FFF2-40B4-BE49-F238E27FC236}">
                <a16:creationId xmlns:a16="http://schemas.microsoft.com/office/drawing/2014/main" id="{CE43F19C-3512-1AB6-03EC-8E8E2F9AE0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C21673D-680A-4025-B6B6-528AB9DA251C}" type="datetime1">
              <a:rPr lang="en-GB" smtClean="0"/>
              <a:t>16/06/2026</a:t>
            </a:fld>
            <a:endParaRPr lang="en-GB" dirty="0"/>
          </a:p>
        </p:txBody>
      </p:sp>
      <p:sp>
        <p:nvSpPr>
          <p:cNvPr id="13" name="Fußzeilenplatzhalter 4">
            <a:extLst>
              <a:ext uri="{FF2B5EF4-FFF2-40B4-BE49-F238E27FC236}">
                <a16:creationId xmlns:a16="http://schemas.microsoft.com/office/drawing/2014/main" id="{E7D81EBE-52CA-3A58-9F22-D6A3AA3074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4" name="Symbol zastępczy numeru slajdu 5">
            <a:extLst>
              <a:ext uri="{FF2B5EF4-FFF2-40B4-BE49-F238E27FC236}">
                <a16:creationId xmlns:a16="http://schemas.microsoft.com/office/drawing/2014/main" id="{499C5BA5-71E5-574B-F9A4-F0501F0FEA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44654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5" orient="horz" pos="1071" userDrawn="1">
          <p15:clr>
            <a:srgbClr val="FBAE40"/>
          </p15:clr>
        </p15:guide>
        <p15:guide id="26" orient="horz" pos="709" userDrawn="1">
          <p15:clr>
            <a:srgbClr val="FBAE40"/>
          </p15:clr>
        </p15:guide>
        <p15:guide id="27" orient="horz" pos="935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5C5679-592B-8085-312D-D5F980E640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80484B7-EB5B-9411-1251-17ED1D5DD8DD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571FE82-E1F7-7731-4706-09EDEA02FBE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2" name="Datumsplatzhalter 3">
            <a:extLst>
              <a:ext uri="{FF2B5EF4-FFF2-40B4-BE49-F238E27FC236}">
                <a16:creationId xmlns:a16="http://schemas.microsoft.com/office/drawing/2014/main" id="{520B8335-3727-7D84-52B2-65F1511AA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980D3C6D-0C60-4077-B8F5-4AFD9EB44CEB}" type="datetime1">
              <a:rPr lang="en-GB" smtClean="0"/>
              <a:t>16/06/2026</a:t>
            </a:fld>
            <a:endParaRPr lang="en-GB" dirty="0"/>
          </a:p>
        </p:txBody>
      </p:sp>
      <p:sp>
        <p:nvSpPr>
          <p:cNvPr id="13" name="Fußzeilenplatzhalter 4">
            <a:extLst>
              <a:ext uri="{FF2B5EF4-FFF2-40B4-BE49-F238E27FC236}">
                <a16:creationId xmlns:a16="http://schemas.microsoft.com/office/drawing/2014/main" id="{9E5B11E4-F428-F378-26A3-16C1A4C649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4" name="Symbol zastępczy numeru slajdu 5">
            <a:extLst>
              <a:ext uri="{FF2B5EF4-FFF2-40B4-BE49-F238E27FC236}">
                <a16:creationId xmlns:a16="http://schemas.microsoft.com/office/drawing/2014/main" id="{DAF35DD1-4A93-070F-A309-0C833B98F0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96312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9" orient="horz" pos="890" userDrawn="1">
          <p15:clr>
            <a:srgbClr val="FBAE40"/>
          </p15:clr>
        </p15:guide>
        <p15:guide id="20" orient="horz" pos="709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ubli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5C5679-592B-8085-312D-D5F980E640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237F1CC-DD3F-9046-4B2A-4BC66E001F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6399" y="1127125"/>
            <a:ext cx="11365200" cy="360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GB" noProof="0"/>
              <a:t>Subline Tahoma Regular 20pt</a:t>
            </a:r>
            <a:endParaRPr lang="en-GB" noProof="0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CA67276D-2DBE-4866-1AE0-399B5CFC63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6400" y="1700213"/>
            <a:ext cx="11377613" cy="4465637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0D426413-CD2E-BCBA-F292-2662BEA5CE0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3" name="Datumsplatzhalter 3">
            <a:extLst>
              <a:ext uri="{FF2B5EF4-FFF2-40B4-BE49-F238E27FC236}">
                <a16:creationId xmlns:a16="http://schemas.microsoft.com/office/drawing/2014/main" id="{53496DD0-74DF-0D44-0392-CE6A24977A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4FF7643-2260-4D08-BBF8-F7646AE050AE}" type="datetime1">
              <a:rPr lang="en-GB" smtClean="0"/>
              <a:t>16/06/2026</a:t>
            </a:fld>
            <a:endParaRPr lang="en-GB" dirty="0"/>
          </a:p>
        </p:txBody>
      </p:sp>
      <p:sp>
        <p:nvSpPr>
          <p:cNvPr id="14" name="Fußzeilenplatzhalter 4">
            <a:extLst>
              <a:ext uri="{FF2B5EF4-FFF2-40B4-BE49-F238E27FC236}">
                <a16:creationId xmlns:a16="http://schemas.microsoft.com/office/drawing/2014/main" id="{C5CEEED5-0F02-A2B2-95B7-D87E6B2F16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5" name="Symbol zastępczy numeru slajdu 5">
            <a:extLst>
              <a:ext uri="{FF2B5EF4-FFF2-40B4-BE49-F238E27FC236}">
                <a16:creationId xmlns:a16="http://schemas.microsoft.com/office/drawing/2014/main" id="{5734D3B3-A59A-46D0-F110-FF47AB1719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49488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3" orient="horz" pos="1071" userDrawn="1">
          <p15:clr>
            <a:srgbClr val="FBAE40"/>
          </p15:clr>
        </p15:guide>
        <p15:guide id="24" orient="horz" pos="935" userDrawn="1">
          <p15:clr>
            <a:srgbClr val="FBAE40"/>
          </p15:clr>
        </p15:guide>
        <p15:guide id="25" orient="horz" pos="709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447871-C1D9-DEEC-BD07-2A398C7524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Headline Tahoma Regular 28pt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E95EC4-A6EE-11ED-A6AF-15D9C908F60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801" y="1412875"/>
            <a:ext cx="5544737" cy="4752976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67AD8B6-CAA0-7E21-F53C-6AEE95C1D56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34262" y="1412874"/>
            <a:ext cx="5544737" cy="4752976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BC1B0D06-CBC9-8AB5-5590-2A12C629E87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3" name="Datumsplatzhalter 3">
            <a:extLst>
              <a:ext uri="{FF2B5EF4-FFF2-40B4-BE49-F238E27FC236}">
                <a16:creationId xmlns:a16="http://schemas.microsoft.com/office/drawing/2014/main" id="{11F400D0-88CD-D112-A92E-51E2784399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46984B99-A897-4A05-A0F3-1741C3D6E03C}" type="datetime1">
              <a:rPr lang="en-GB" smtClean="0"/>
              <a:t>16/06/2026</a:t>
            </a:fld>
            <a:endParaRPr lang="en-GB" dirty="0"/>
          </a:p>
        </p:txBody>
      </p:sp>
      <p:sp>
        <p:nvSpPr>
          <p:cNvPr id="14" name="Fußzeilenplatzhalter 4">
            <a:extLst>
              <a:ext uri="{FF2B5EF4-FFF2-40B4-BE49-F238E27FC236}">
                <a16:creationId xmlns:a16="http://schemas.microsoft.com/office/drawing/2014/main" id="{ECA4CB8E-EE76-F7A5-D9D6-C1B2136326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5" name="Symbol zastępczy numeru slajdu 5">
            <a:extLst>
              <a:ext uri="{FF2B5EF4-FFF2-40B4-BE49-F238E27FC236}">
                <a16:creationId xmlns:a16="http://schemas.microsoft.com/office/drawing/2014/main" id="{037D6656-09DA-D85C-F457-1A86C81ACB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513183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9" orient="horz" pos="890" userDrawn="1">
          <p15:clr>
            <a:srgbClr val="FBAE40"/>
          </p15:clr>
        </p15:guide>
        <p15:guide id="30" pos="3749" userDrawn="1">
          <p15:clr>
            <a:srgbClr val="FBAE40"/>
          </p15:clr>
        </p15:guide>
        <p15:guide id="31" pos="3931" userDrawn="1">
          <p15:clr>
            <a:srgbClr val="FBAE40"/>
          </p15:clr>
        </p15:guide>
        <p15:guide id="32" orient="horz" pos="709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line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447871-C1D9-DEEC-BD07-2A398C7524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E95EC4-A6EE-11ED-A6AF-15D9C908F60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801" y="1700213"/>
            <a:ext cx="5544737" cy="4465638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67AD8B6-CAA0-7E21-F53C-6AEE95C1D56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34262" y="1700212"/>
            <a:ext cx="5544737" cy="4465638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D20E396C-4C0A-D991-2828-0B26C406F21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6399" y="1127125"/>
            <a:ext cx="11365200" cy="360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GB" noProof="0"/>
              <a:t>Subline Tahoma Regular 20pt</a:t>
            </a:r>
            <a:endParaRPr lang="en-GB" noProof="0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194AF034-2D95-DD57-97CF-6B0AEA6196C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54314D3A-6FAD-CBB9-3682-8079B0785732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F886E17A-53FD-412F-869A-60D88EE1E54A}" type="datetime1">
              <a:rPr lang="en-GB" smtClean="0"/>
              <a:t>16/06/2026</a:t>
            </a:fld>
            <a:endParaRPr lang="en-GB" dirty="0"/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CC6DB296-5829-F79C-B842-5F82A5346C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6" name="Symbol zastępczy numeru slajdu 5">
            <a:extLst>
              <a:ext uri="{FF2B5EF4-FFF2-40B4-BE49-F238E27FC236}">
                <a16:creationId xmlns:a16="http://schemas.microsoft.com/office/drawing/2014/main" id="{EBD1E871-2FB4-BC32-57C8-CF8C2B243B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820294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2" orient="horz" pos="1071" userDrawn="1">
          <p15:clr>
            <a:srgbClr val="FBAE40"/>
          </p15:clr>
        </p15:guide>
        <p15:guide id="33" pos="3749" userDrawn="1">
          <p15:clr>
            <a:srgbClr val="FBAE40"/>
          </p15:clr>
        </p15:guide>
        <p15:guide id="34" pos="3931" userDrawn="1">
          <p15:clr>
            <a:srgbClr val="FBAE40"/>
          </p15:clr>
        </p15:guide>
        <p15:guide id="35" orient="horz" pos="709" userDrawn="1">
          <p15:clr>
            <a:srgbClr val="FBAE40"/>
          </p15:clr>
        </p15:guide>
        <p15:guide id="36" orient="horz" pos="935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/ Image righ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53FB89CB-73FB-A061-3069-4251FB7D490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414000" y="319149"/>
            <a:ext cx="5177175" cy="922749"/>
          </a:xfrm>
        </p:spPr>
        <p:txBody>
          <a:bodyPr bIns="43200" anchor="b" anchorCtr="0"/>
          <a:lstStyle>
            <a:lvl1pPr>
              <a:defRPr sz="3000"/>
            </a:lvl1pPr>
          </a:lstStyle>
          <a:p>
            <a:r>
              <a:rPr lang="en-GB"/>
              <a:t>Headline Tahoma Regular 30pt</a:t>
            </a:r>
            <a:endParaRPr lang="en-GB" dirty="0"/>
          </a:p>
        </p:txBody>
      </p:sp>
      <p:sp>
        <p:nvSpPr>
          <p:cNvPr id="10" name="Symbol zastępczy zawartości 2">
            <a:extLst>
              <a:ext uri="{FF2B5EF4-FFF2-40B4-BE49-F238E27FC236}">
                <a16:creationId xmlns:a16="http://schemas.microsoft.com/office/drawing/2014/main" id="{9A5983DD-6FB8-B3BA-04DA-FFAD98C2778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4000" y="1562101"/>
            <a:ext cx="5177175" cy="4219574"/>
          </a:xfrm>
        </p:spPr>
        <p:txBody>
          <a:bodyPr/>
          <a:lstStyle/>
          <a:p>
            <a:pPr lvl="0"/>
            <a:r>
              <a:rPr lang="en-GB" noProof="0" dirty="0"/>
              <a:t>Click to add text</a:t>
            </a:r>
          </a:p>
        </p:txBody>
      </p:sp>
      <p:sp>
        <p:nvSpPr>
          <p:cNvPr id="3" name="Textplatzhalter 12">
            <a:extLst>
              <a:ext uri="{FF2B5EF4-FFF2-40B4-BE49-F238E27FC236}">
                <a16:creationId xmlns:a16="http://schemas.microsoft.com/office/drawing/2014/main" id="{CC7ACB1E-7C0B-4F08-ECE6-5D5B3E0126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853480" y="304341"/>
            <a:ext cx="949589" cy="843687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/>
            </a:lvl1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4BAA4-328D-86E1-B9FD-02ED23CD621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4524D99-D08C-47D2-9C1D-2F9369D5FC7A}" type="datetime1">
              <a:rPr lang="en-GB" smtClean="0"/>
              <a:t>16/06/2026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E14244-D8FA-DF2A-F461-26D440AA25A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0A3897-8E03-A91C-E3C1-9AF38DBE262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61257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4">
          <p15:clr>
            <a:srgbClr val="FBAE40"/>
          </p15:clr>
        </p15:guide>
        <p15:guide id="2" orient="horz" pos="784">
          <p15:clr>
            <a:srgbClr val="FBAE40"/>
          </p15:clr>
        </p15:guide>
        <p15:guide id="7" pos="3522">
          <p15:clr>
            <a:srgbClr val="FBAE40"/>
          </p15:clr>
        </p15:guide>
        <p15:guide id="8" pos="3840">
          <p15:clr>
            <a:srgbClr val="FBAE40"/>
          </p15:clr>
        </p15:guide>
        <p15:guide id="9" orient="horz" pos="3642">
          <p15:clr>
            <a:srgbClr val="FBAE40"/>
          </p15:clr>
        </p15:guide>
        <p15:guide id="10" orient="horz" pos="397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, 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53FB89CB-73FB-A061-3069-4251FB7D490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6600825" y="319149"/>
            <a:ext cx="3878594" cy="922749"/>
          </a:xfrm>
        </p:spPr>
        <p:txBody>
          <a:bodyPr bIns="43200" anchor="b" anchorCtr="0"/>
          <a:lstStyle>
            <a:lvl1pPr>
              <a:defRPr sz="3000"/>
            </a:lvl1pPr>
          </a:lstStyle>
          <a:p>
            <a:r>
              <a:rPr lang="en-GB"/>
              <a:t>Headline Tahoma Regular 30pt</a:t>
            </a:r>
            <a:endParaRPr lang="en-GB" dirty="0"/>
          </a:p>
        </p:txBody>
      </p:sp>
      <p:sp>
        <p:nvSpPr>
          <p:cNvPr id="10" name="Symbol zastępczy zawartości 2">
            <a:extLst>
              <a:ext uri="{FF2B5EF4-FFF2-40B4-BE49-F238E27FC236}">
                <a16:creationId xmlns:a16="http://schemas.microsoft.com/office/drawing/2014/main" id="{9A5983DD-6FB8-B3BA-04DA-FFAD98C2778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00824" y="1562101"/>
            <a:ext cx="5178425" cy="4219574"/>
          </a:xfrm>
        </p:spPr>
        <p:txBody>
          <a:bodyPr/>
          <a:lstStyle/>
          <a:p>
            <a:pPr lvl="0"/>
            <a:r>
              <a:rPr lang="en-GB" noProof="0" dirty="0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ED400F-41F7-F07D-BD65-7368666E575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28F1BA84-C88E-4FDF-B562-D56B575E9501}" type="datetime1">
              <a:rPr lang="en-GB" smtClean="0"/>
              <a:t>16/06/2026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227EF0-D758-D026-A080-20BE075A9FB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C5E373-2EB6-DAC9-6CCC-C662DD11551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828961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4">
          <p15:clr>
            <a:srgbClr val="FBAE40"/>
          </p15:clr>
        </p15:guide>
        <p15:guide id="2" orient="horz" pos="784">
          <p15:clr>
            <a:srgbClr val="FBAE40"/>
          </p15:clr>
        </p15:guide>
        <p15:guide id="7" pos="4158">
          <p15:clr>
            <a:srgbClr val="FBAE40"/>
          </p15:clr>
        </p15:guide>
        <p15:guide id="8" pos="3840">
          <p15:clr>
            <a:srgbClr val="FBAE40"/>
          </p15:clr>
        </p15:guide>
        <p15:guide id="9" orient="horz" pos="3642">
          <p15:clr>
            <a:srgbClr val="FBAE40"/>
          </p15:clr>
        </p15:guide>
        <p15:guide id="10" orient="horz" pos="397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3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447871-C1D9-DEEC-BD07-2A398C7524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lIns="0" rIns="0"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E95EC4-A6EE-11ED-A6AF-15D9C908F60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800" y="1412875"/>
            <a:ext cx="3673075" cy="4753076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67AD8B6-CAA0-7E21-F53C-6AEE95C1D56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83044" y="1412775"/>
            <a:ext cx="3649694" cy="4753076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8" name="Inhaltsplatzhalter 3">
            <a:extLst>
              <a:ext uri="{FF2B5EF4-FFF2-40B4-BE49-F238E27FC236}">
                <a16:creationId xmlns:a16="http://schemas.microsoft.com/office/drawing/2014/main" id="{73588191-DD16-F136-7AE6-227B2D52A9E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112127" y="1412774"/>
            <a:ext cx="3649694" cy="4753076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FEA349-E8A1-7BD6-9D3B-2DE39C14419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ACCE04CF-D56C-5DDD-6557-EA9082C761B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E2F89AF4-20FC-4616-ACAC-599714B2D075}" type="datetime1">
              <a:rPr lang="en-GB" smtClean="0"/>
              <a:t>16/06/2026</a:t>
            </a:fld>
            <a:endParaRPr lang="en-GB" dirty="0"/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62F48EC1-4ECE-6D26-6C0E-68CE7D7954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6" name="Symbol zastępczy numeru slajdu 5">
            <a:extLst>
              <a:ext uri="{FF2B5EF4-FFF2-40B4-BE49-F238E27FC236}">
                <a16:creationId xmlns:a16="http://schemas.microsoft.com/office/drawing/2014/main" id="{15B5A71C-E991-C688-30D3-6CE3C09DCC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345390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1" orient="horz" pos="2160" userDrawn="1">
          <p15:clr>
            <a:srgbClr val="FBAE40"/>
          </p15:clr>
        </p15:guide>
        <p15:guide id="42" orient="horz" pos="890" userDrawn="1">
          <p15:clr>
            <a:srgbClr val="FBAE40"/>
          </p15:clr>
        </p15:guide>
        <p15:guide id="43" pos="2570" userDrawn="1">
          <p15:clr>
            <a:srgbClr val="FBAE40"/>
          </p15:clr>
        </p15:guide>
        <p15:guide id="44" pos="2683" userDrawn="1">
          <p15:clr>
            <a:srgbClr val="FBAE40"/>
          </p15:clr>
        </p15:guide>
        <p15:guide id="45" pos="4997" userDrawn="1">
          <p15:clr>
            <a:srgbClr val="FBAE40"/>
          </p15:clr>
        </p15:guide>
        <p15:guide id="46" pos="5110" userDrawn="1">
          <p15:clr>
            <a:srgbClr val="FBAE40"/>
          </p15:clr>
        </p15:guide>
        <p15:guide id="47" orient="horz" pos="709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line 3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447871-C1D9-DEEC-BD07-2A398C7524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lIns="0" rIns="0"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E95EC4-A6EE-11ED-A6AF-15D9C908F60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800" y="1700213"/>
            <a:ext cx="3673075" cy="4465738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67AD8B6-CAA0-7E21-F53C-6AEE95C1D56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83044" y="1700113"/>
            <a:ext cx="3649694" cy="4465738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8" name="Inhaltsplatzhalter 3">
            <a:extLst>
              <a:ext uri="{FF2B5EF4-FFF2-40B4-BE49-F238E27FC236}">
                <a16:creationId xmlns:a16="http://schemas.microsoft.com/office/drawing/2014/main" id="{73588191-DD16-F136-7AE6-227B2D52A9E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112127" y="1700112"/>
            <a:ext cx="3649694" cy="4465738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1DE98EC1-ED53-4F41-A7E1-9A0A5F80843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6399" y="1127125"/>
            <a:ext cx="11365200" cy="360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GB" noProof="0"/>
              <a:t>Subline Tahoma Regular 20pt</a:t>
            </a:r>
            <a:endParaRPr lang="en-GB" noProof="0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87D19A66-9A07-1ADF-4BE1-7E08723F4E0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5" name="Datumsplatzhalter 3">
            <a:extLst>
              <a:ext uri="{FF2B5EF4-FFF2-40B4-BE49-F238E27FC236}">
                <a16:creationId xmlns:a16="http://schemas.microsoft.com/office/drawing/2014/main" id="{FEDFC0FB-A189-AB97-F130-748F3D67470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C5BF00B2-647E-424E-88BB-194BA4333135}" type="datetime1">
              <a:rPr lang="en-GB" smtClean="0"/>
              <a:t>16/06/2026</a:t>
            </a:fld>
            <a:endParaRPr lang="en-GB" dirty="0"/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803C9EB7-CC10-8FB7-1109-F7B74515C7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7" name="Symbol zastępczy numeru slajdu 5">
            <a:extLst>
              <a:ext uri="{FF2B5EF4-FFF2-40B4-BE49-F238E27FC236}">
                <a16:creationId xmlns:a16="http://schemas.microsoft.com/office/drawing/2014/main" id="{D094BA01-C495-D383-89B9-2DFD019EE0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563045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2" orient="horz" pos="1071" userDrawn="1">
          <p15:clr>
            <a:srgbClr val="FBAE40"/>
          </p15:clr>
        </p15:guide>
        <p15:guide id="43" pos="2570" userDrawn="1">
          <p15:clr>
            <a:srgbClr val="FBAE40"/>
          </p15:clr>
        </p15:guide>
        <p15:guide id="44" pos="2683" userDrawn="1">
          <p15:clr>
            <a:srgbClr val="FBAE40"/>
          </p15:clr>
        </p15:guide>
        <p15:guide id="45" pos="4997" userDrawn="1">
          <p15:clr>
            <a:srgbClr val="FBAE40"/>
          </p15:clr>
        </p15:guide>
        <p15:guide id="46" pos="5110" userDrawn="1">
          <p15:clr>
            <a:srgbClr val="FBAE40"/>
          </p15:clr>
        </p15:guide>
        <p15:guide id="47" orient="horz" pos="709" userDrawn="1">
          <p15:clr>
            <a:srgbClr val="FBAE40"/>
          </p15:clr>
        </p15:guide>
        <p15:guide id="48" orient="horz" pos="935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Box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447871-C1D9-DEEC-BD07-2A398C7524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lIns="0" rIns="0"/>
          <a:lstStyle>
            <a:lvl1pPr>
              <a:defRPr/>
            </a:lvl1pPr>
          </a:lstStyle>
          <a:p>
            <a:r>
              <a:rPr lang="en-GB" noProof="0"/>
              <a:t>Headline Tahoma Regular 28pt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E95EC4-A6EE-11ED-A6AF-15D9C908F60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800" y="1916113"/>
            <a:ext cx="3673075" cy="4249843"/>
          </a:xfrm>
          <a:solidFill>
            <a:srgbClr val="F0EEEC"/>
          </a:solidFill>
        </p:spPr>
        <p:txBody>
          <a:bodyPr lIns="36000" tIns="108000" rIns="36000"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67AD8B6-CAA0-7E21-F53C-6AEE95C1D56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83044" y="1916013"/>
            <a:ext cx="3649694" cy="4249843"/>
          </a:xfrm>
          <a:solidFill>
            <a:srgbClr val="F0EEEC"/>
          </a:solidFill>
        </p:spPr>
        <p:txBody>
          <a:bodyPr lIns="36000" tIns="108000" rIns="36000"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8" name="Inhaltsplatzhalter 3">
            <a:extLst>
              <a:ext uri="{FF2B5EF4-FFF2-40B4-BE49-F238E27FC236}">
                <a16:creationId xmlns:a16="http://schemas.microsoft.com/office/drawing/2014/main" id="{73588191-DD16-F136-7AE6-227B2D52A9E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112127" y="1916112"/>
            <a:ext cx="3649694" cy="4249737"/>
          </a:xfrm>
          <a:solidFill>
            <a:srgbClr val="F0EEEC"/>
          </a:solidFill>
        </p:spPr>
        <p:txBody>
          <a:bodyPr lIns="36000" tIns="108000" rIns="36000"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sp>
        <p:nvSpPr>
          <p:cNvPr id="10" name="Textplatzhalter 14">
            <a:extLst>
              <a:ext uri="{FF2B5EF4-FFF2-40B4-BE49-F238E27FC236}">
                <a16:creationId xmlns:a16="http://schemas.microsoft.com/office/drawing/2014/main" id="{6B84DCE7-7CD1-443C-F1A7-5577DFE036E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2749" y="1412776"/>
            <a:ext cx="3664800" cy="466725"/>
          </a:xfrm>
          <a:solidFill>
            <a:schemeClr val="tx1"/>
          </a:solidFill>
        </p:spPr>
        <p:txBody>
          <a:bodyPr anchor="ctr" anchorCtr="1">
            <a:normAutofit/>
          </a:bodyPr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Titel Tahoma Regular 14pt</a:t>
            </a:r>
            <a:endParaRPr lang="en-GB" noProof="0" dirty="0"/>
          </a:p>
        </p:txBody>
      </p:sp>
      <p:sp>
        <p:nvSpPr>
          <p:cNvPr id="11" name="Textplatzhalter 14">
            <a:extLst>
              <a:ext uri="{FF2B5EF4-FFF2-40B4-BE49-F238E27FC236}">
                <a16:creationId xmlns:a16="http://schemas.microsoft.com/office/drawing/2014/main" id="{F6953D23-9BFF-71B3-B31C-FAD678F5EEB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62400" y="1412776"/>
            <a:ext cx="3664800" cy="466725"/>
          </a:xfrm>
          <a:solidFill>
            <a:schemeClr val="tx1"/>
          </a:solidFill>
        </p:spPr>
        <p:txBody>
          <a:bodyPr anchor="ctr" anchorCtr="1">
            <a:normAutofit/>
          </a:bodyPr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Titel Tahoma Regular 14pt</a:t>
            </a:r>
            <a:endParaRPr lang="en-GB" noProof="0" dirty="0"/>
          </a:p>
        </p:txBody>
      </p:sp>
      <p:sp>
        <p:nvSpPr>
          <p:cNvPr id="12" name="Textplatzhalter 14">
            <a:extLst>
              <a:ext uri="{FF2B5EF4-FFF2-40B4-BE49-F238E27FC236}">
                <a16:creationId xmlns:a16="http://schemas.microsoft.com/office/drawing/2014/main" id="{5AC3230F-EFD2-8659-B52C-1711229B878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14083" y="1412776"/>
            <a:ext cx="3664800" cy="466725"/>
          </a:xfrm>
          <a:solidFill>
            <a:schemeClr val="tx1"/>
          </a:solidFill>
        </p:spPr>
        <p:txBody>
          <a:bodyPr anchor="ctr" anchorCtr="1">
            <a:normAutofit/>
          </a:bodyPr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Titel Tahoma Regular 14pt</a:t>
            </a:r>
            <a:endParaRPr lang="en-GB" noProof="0" dirty="0"/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777FB8D8-83E4-C4E8-D338-AF86C0C702FB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4F5C8A4F-CF19-F28D-BA34-1B209DB9E6B0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A6817F15-1573-300B-C1A9-CA81C03E04C3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C5E714E1-CE96-C827-E5EC-60B9ABB527A9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0EFB2C1E-D77F-6D3D-F161-8A45D3174D1F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4040888D-6A62-B387-0A2B-ADE55DF4DE70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3">
            <a:extLst>
              <a:ext uri="{FF2B5EF4-FFF2-40B4-BE49-F238E27FC236}">
                <a16:creationId xmlns:a16="http://schemas.microsoft.com/office/drawing/2014/main" id="{A04AEEB1-D16F-6C52-59E1-32DB4383C819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5">
            <a:extLst>
              <a:ext uri="{FF2B5EF4-FFF2-40B4-BE49-F238E27FC236}">
                <a16:creationId xmlns:a16="http://schemas.microsoft.com/office/drawing/2014/main" id="{1262863F-B310-EC53-1999-4900560E16C7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6">
            <a:extLst>
              <a:ext uri="{FF2B5EF4-FFF2-40B4-BE49-F238E27FC236}">
                <a16:creationId xmlns:a16="http://schemas.microsoft.com/office/drawing/2014/main" id="{B2C15039-E7ED-F34C-72FC-747CD9C3619E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18">
            <a:extLst>
              <a:ext uri="{FF2B5EF4-FFF2-40B4-BE49-F238E27FC236}">
                <a16:creationId xmlns:a16="http://schemas.microsoft.com/office/drawing/2014/main" id="{0B606805-B994-3354-3FDC-9D7B27E96BEB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r Verbinder 20">
            <a:extLst>
              <a:ext uri="{FF2B5EF4-FFF2-40B4-BE49-F238E27FC236}">
                <a16:creationId xmlns:a16="http://schemas.microsoft.com/office/drawing/2014/main" id="{0C296C66-0E48-E769-A7EC-ED60E3922EE1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21">
            <a:extLst>
              <a:ext uri="{FF2B5EF4-FFF2-40B4-BE49-F238E27FC236}">
                <a16:creationId xmlns:a16="http://schemas.microsoft.com/office/drawing/2014/main" id="{518A7457-7209-FB42-6B13-F06853DE0857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Graphic 39">
            <a:extLst>
              <a:ext uri="{FF2B5EF4-FFF2-40B4-BE49-F238E27FC236}">
                <a16:creationId xmlns:a16="http://schemas.microsoft.com/office/drawing/2014/main" id="{51343214-97CE-A0F8-AA0B-EAF3AF8E34E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42" name="Datumsplatzhalter 3">
            <a:extLst>
              <a:ext uri="{FF2B5EF4-FFF2-40B4-BE49-F238E27FC236}">
                <a16:creationId xmlns:a16="http://schemas.microsoft.com/office/drawing/2014/main" id="{F0239E74-235B-E81A-AE82-E2C8EDBA6D3E}"/>
              </a:ext>
            </a:extLst>
          </p:cNvPr>
          <p:cNvSpPr>
            <a:spLocks noGrp="1"/>
          </p:cNvSpPr>
          <p:nvPr>
            <p:ph type="dt" sz="half" idx="23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6F9DA59C-E5C1-4CC8-8A7C-03BD03EA2C2F}" type="datetime1">
              <a:rPr lang="en-GB" smtClean="0"/>
              <a:t>16/06/2026</a:t>
            </a:fld>
            <a:endParaRPr lang="en-GB" dirty="0"/>
          </a:p>
        </p:txBody>
      </p:sp>
      <p:sp>
        <p:nvSpPr>
          <p:cNvPr id="43" name="Fußzeilenplatzhalter 4">
            <a:extLst>
              <a:ext uri="{FF2B5EF4-FFF2-40B4-BE49-F238E27FC236}">
                <a16:creationId xmlns:a16="http://schemas.microsoft.com/office/drawing/2014/main" id="{2F899B64-285D-A6B4-70BD-83904C41BB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44" name="Symbol zastępczy numeru slajdu 5">
            <a:extLst>
              <a:ext uri="{FF2B5EF4-FFF2-40B4-BE49-F238E27FC236}">
                <a16:creationId xmlns:a16="http://schemas.microsoft.com/office/drawing/2014/main" id="{1CB774CA-CDEC-D9B6-BC89-E18A13B100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5" name="Gerader Verbinder 13">
            <a:extLst>
              <a:ext uri="{FF2B5EF4-FFF2-40B4-BE49-F238E27FC236}">
                <a16:creationId xmlns:a16="http://schemas.microsoft.com/office/drawing/2014/main" id="{4DF28FD4-FC98-3099-155C-F429A245BB89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Gerader Verbinder 15">
            <a:extLst>
              <a:ext uri="{FF2B5EF4-FFF2-40B4-BE49-F238E27FC236}">
                <a16:creationId xmlns:a16="http://schemas.microsoft.com/office/drawing/2014/main" id="{26EEC05D-D061-956D-B82B-321D2259B453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Gerader Verbinder 16">
            <a:extLst>
              <a:ext uri="{FF2B5EF4-FFF2-40B4-BE49-F238E27FC236}">
                <a16:creationId xmlns:a16="http://schemas.microsoft.com/office/drawing/2014/main" id="{CB11A140-E682-D7CB-F8A9-7F83744DE62F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18">
            <a:extLst>
              <a:ext uri="{FF2B5EF4-FFF2-40B4-BE49-F238E27FC236}">
                <a16:creationId xmlns:a16="http://schemas.microsoft.com/office/drawing/2014/main" id="{4654B9C4-1FF6-A851-A0C6-27C66424253D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20">
            <a:extLst>
              <a:ext uri="{FF2B5EF4-FFF2-40B4-BE49-F238E27FC236}">
                <a16:creationId xmlns:a16="http://schemas.microsoft.com/office/drawing/2014/main" id="{D17B93E2-4027-E472-6367-24D6127617AE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1">
            <a:extLst>
              <a:ext uri="{FF2B5EF4-FFF2-40B4-BE49-F238E27FC236}">
                <a16:creationId xmlns:a16="http://schemas.microsoft.com/office/drawing/2014/main" id="{6D7E0453-93F4-CEC9-B53E-67B4C83C885C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13">
            <a:extLst>
              <a:ext uri="{FF2B5EF4-FFF2-40B4-BE49-F238E27FC236}">
                <a16:creationId xmlns:a16="http://schemas.microsoft.com/office/drawing/2014/main" id="{9FB1743D-1B34-497D-F721-E8F45C7E534A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rader Verbinder 15">
            <a:extLst>
              <a:ext uri="{FF2B5EF4-FFF2-40B4-BE49-F238E27FC236}">
                <a16:creationId xmlns:a16="http://schemas.microsoft.com/office/drawing/2014/main" id="{C1EFD82F-CEB1-02F6-38E7-E6D0054CAA63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r Verbinder 16">
            <a:extLst>
              <a:ext uri="{FF2B5EF4-FFF2-40B4-BE49-F238E27FC236}">
                <a16:creationId xmlns:a16="http://schemas.microsoft.com/office/drawing/2014/main" id="{359ECB4C-3BED-0A14-5092-9BE99FF69BC8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r Verbinder 18">
            <a:extLst>
              <a:ext uri="{FF2B5EF4-FFF2-40B4-BE49-F238E27FC236}">
                <a16:creationId xmlns:a16="http://schemas.microsoft.com/office/drawing/2014/main" id="{724A4AF7-6193-C691-875E-ED3EFE7101AA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r Verbinder 20">
            <a:extLst>
              <a:ext uri="{FF2B5EF4-FFF2-40B4-BE49-F238E27FC236}">
                <a16:creationId xmlns:a16="http://schemas.microsoft.com/office/drawing/2014/main" id="{0A5C55EB-DCAB-5D7E-4B68-3940A9373BDD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r Verbinder 21">
            <a:extLst>
              <a:ext uri="{FF2B5EF4-FFF2-40B4-BE49-F238E27FC236}">
                <a16:creationId xmlns:a16="http://schemas.microsoft.com/office/drawing/2014/main" id="{75A29E3D-1E35-ED3D-12FC-9529815E66F2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r Verbinder 13">
            <a:extLst>
              <a:ext uri="{FF2B5EF4-FFF2-40B4-BE49-F238E27FC236}">
                <a16:creationId xmlns:a16="http://schemas.microsoft.com/office/drawing/2014/main" id="{16007C35-BE7B-FEDD-9D3E-BD82B8781449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r Verbinder 15">
            <a:extLst>
              <a:ext uri="{FF2B5EF4-FFF2-40B4-BE49-F238E27FC236}">
                <a16:creationId xmlns:a16="http://schemas.microsoft.com/office/drawing/2014/main" id="{BA977A2B-F7CC-D38C-7805-8CBF704BA150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r Verbinder 16">
            <a:extLst>
              <a:ext uri="{FF2B5EF4-FFF2-40B4-BE49-F238E27FC236}">
                <a16:creationId xmlns:a16="http://schemas.microsoft.com/office/drawing/2014/main" id="{F7A5CF8D-AD8F-6297-FEC2-15D3CC2C463C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r Verbinder 18">
            <a:extLst>
              <a:ext uri="{FF2B5EF4-FFF2-40B4-BE49-F238E27FC236}">
                <a16:creationId xmlns:a16="http://schemas.microsoft.com/office/drawing/2014/main" id="{69EA165F-7D7D-959A-6128-96815B3233EB}"/>
              </a:ext>
            </a:extLst>
          </p:cNvPr>
          <p:cNvCxnSpPr>
            <a:cxnSpLocks/>
          </p:cNvCxnSpPr>
          <p:nvPr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rader Verbinder 20">
            <a:extLst>
              <a:ext uri="{FF2B5EF4-FFF2-40B4-BE49-F238E27FC236}">
                <a16:creationId xmlns:a16="http://schemas.microsoft.com/office/drawing/2014/main" id="{8089EBD8-3D6F-84AA-3075-2C3B0FE4A121}"/>
              </a:ext>
            </a:extLst>
          </p:cNvPr>
          <p:cNvCxnSpPr>
            <a:cxnSpLocks/>
          </p:cNvCxnSpPr>
          <p:nvPr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r Verbinder 21">
            <a:extLst>
              <a:ext uri="{FF2B5EF4-FFF2-40B4-BE49-F238E27FC236}">
                <a16:creationId xmlns:a16="http://schemas.microsoft.com/office/drawing/2014/main" id="{AA569D95-AC41-291D-AA45-35DF43AD37E9}"/>
              </a:ext>
            </a:extLst>
          </p:cNvPr>
          <p:cNvCxnSpPr>
            <a:cxnSpLocks/>
          </p:cNvCxnSpPr>
          <p:nvPr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r Verbinder 13">
            <a:extLst>
              <a:ext uri="{FF2B5EF4-FFF2-40B4-BE49-F238E27FC236}">
                <a16:creationId xmlns:a16="http://schemas.microsoft.com/office/drawing/2014/main" id="{AC214F69-C3A1-9A8F-F34A-C8E8168071FC}"/>
              </a:ext>
            </a:extLst>
          </p:cNvPr>
          <p:cNvCxnSpPr>
            <a:cxnSpLocks/>
          </p:cNvCxnSpPr>
          <p:nvPr userDrawn="1"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r Verbinder 15">
            <a:extLst>
              <a:ext uri="{FF2B5EF4-FFF2-40B4-BE49-F238E27FC236}">
                <a16:creationId xmlns:a16="http://schemas.microsoft.com/office/drawing/2014/main" id="{1C95BB8A-D336-B525-10A0-4113BF9293BF}"/>
              </a:ext>
            </a:extLst>
          </p:cNvPr>
          <p:cNvCxnSpPr>
            <a:cxnSpLocks/>
          </p:cNvCxnSpPr>
          <p:nvPr userDrawn="1"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Gerader Verbinder 16">
            <a:extLst>
              <a:ext uri="{FF2B5EF4-FFF2-40B4-BE49-F238E27FC236}">
                <a16:creationId xmlns:a16="http://schemas.microsoft.com/office/drawing/2014/main" id="{CAA45C84-23A0-FF4B-DE01-F2DB950B4A0E}"/>
              </a:ext>
            </a:extLst>
          </p:cNvPr>
          <p:cNvCxnSpPr>
            <a:cxnSpLocks/>
          </p:cNvCxnSpPr>
          <p:nvPr userDrawn="1"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r Verbinder 18">
            <a:extLst>
              <a:ext uri="{FF2B5EF4-FFF2-40B4-BE49-F238E27FC236}">
                <a16:creationId xmlns:a16="http://schemas.microsoft.com/office/drawing/2014/main" id="{5DB42E34-2394-DF75-1BEF-C286818F03E8}"/>
              </a:ext>
            </a:extLst>
          </p:cNvPr>
          <p:cNvCxnSpPr>
            <a:cxnSpLocks/>
          </p:cNvCxnSpPr>
          <p:nvPr userDrawn="1"/>
        </p:nvCxnSpPr>
        <p:spPr>
          <a:xfrm flipV="1">
            <a:off x="406028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r Verbinder 20">
            <a:extLst>
              <a:ext uri="{FF2B5EF4-FFF2-40B4-BE49-F238E27FC236}">
                <a16:creationId xmlns:a16="http://schemas.microsoft.com/office/drawing/2014/main" id="{BA49403B-AA61-7CFD-0816-095B2A66169B}"/>
              </a:ext>
            </a:extLst>
          </p:cNvPr>
          <p:cNvCxnSpPr>
            <a:cxnSpLocks/>
          </p:cNvCxnSpPr>
          <p:nvPr userDrawn="1"/>
        </p:nvCxnSpPr>
        <p:spPr>
          <a:xfrm flipV="1">
            <a:off x="4257711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Gerader Verbinder 21">
            <a:extLst>
              <a:ext uri="{FF2B5EF4-FFF2-40B4-BE49-F238E27FC236}">
                <a16:creationId xmlns:a16="http://schemas.microsoft.com/office/drawing/2014/main" id="{995DDECC-3ADC-F59C-6A1D-9A51923E6158}"/>
              </a:ext>
            </a:extLst>
          </p:cNvPr>
          <p:cNvCxnSpPr>
            <a:cxnSpLocks/>
          </p:cNvCxnSpPr>
          <p:nvPr userDrawn="1"/>
        </p:nvCxnSpPr>
        <p:spPr>
          <a:xfrm flipV="1">
            <a:off x="8114083" y="1899588"/>
            <a:ext cx="3669489" cy="10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23985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8" orient="horz" pos="1207" userDrawn="1">
          <p15:clr>
            <a:srgbClr val="FBAE40"/>
          </p15:clr>
        </p15:guide>
        <p15:guide id="39" pos="2570" userDrawn="1">
          <p15:clr>
            <a:srgbClr val="FBAE40"/>
          </p15:clr>
        </p15:guide>
        <p15:guide id="40" pos="2683" userDrawn="1">
          <p15:clr>
            <a:srgbClr val="FBAE40"/>
          </p15:clr>
        </p15:guide>
        <p15:guide id="41" pos="4997" userDrawn="1">
          <p15:clr>
            <a:srgbClr val="FBAE40"/>
          </p15:clr>
        </p15:guide>
        <p15:guide id="42" pos="5110" userDrawn="1">
          <p15:clr>
            <a:srgbClr val="FBAE40"/>
          </p15:clr>
        </p15:guide>
        <p15:guide id="43" orient="horz" pos="709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5C5679-592B-8085-312D-D5F980E640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Headline Tahoma Regular 30pt</a:t>
            </a:r>
            <a:endParaRPr lang="en-GB" noProof="0" dirty="0"/>
          </a:p>
        </p:txBody>
      </p:sp>
      <p:sp>
        <p:nvSpPr>
          <p:cNvPr id="14" name="Bildplatzhalter 13">
            <a:extLst>
              <a:ext uri="{FF2B5EF4-FFF2-40B4-BE49-F238E27FC236}">
                <a16:creationId xmlns:a16="http://schemas.microsoft.com/office/drawing/2014/main" id="{7BBD0EF3-422C-AA7B-57FD-AB1944B7A5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>
            <a:off x="6096000" y="-11438"/>
            <a:ext cx="6096000" cy="6869438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AC2FC0CB-F071-1DF9-10BA-614AC564288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6801" y="1412874"/>
            <a:ext cx="5544738" cy="4752975"/>
          </a:xfrm>
        </p:spPr>
        <p:txBody>
          <a:bodyPr/>
          <a:lstStyle/>
          <a:p>
            <a:pPr lvl="0"/>
            <a:r>
              <a:rPr lang="en-GB" noProof="0"/>
              <a:t>Click to add text Level 1 Tahoma Regular 18pt</a:t>
            </a:r>
          </a:p>
          <a:p>
            <a:pPr lvl="1"/>
            <a:r>
              <a:rPr lang="en-GB" noProof="0"/>
              <a:t>Click to add Level 2 Tahoma Regular 18pt</a:t>
            </a:r>
          </a:p>
          <a:p>
            <a:pPr lvl="2"/>
            <a:r>
              <a:rPr lang="en-GB" noProof="0"/>
              <a:t>Click to add Level 3 Tahoma Regular 18pt</a:t>
            </a:r>
          </a:p>
          <a:p>
            <a:pPr lvl="3"/>
            <a:r>
              <a:rPr lang="en-GB" noProof="0"/>
              <a:t>Click to add Level 4 Tahoma Regular 18pt</a:t>
            </a:r>
          </a:p>
          <a:p>
            <a:pPr lvl="4"/>
            <a:r>
              <a:rPr lang="en-GB" noProof="0"/>
              <a:t>Click to add Level 5 Tahoma Regular 14pt</a:t>
            </a:r>
          </a:p>
          <a:p>
            <a:pPr lvl="5"/>
            <a:r>
              <a:rPr lang="en-GB" noProof="0"/>
              <a:t>Click to add Level 6 Tahoma Regular 14pt</a:t>
            </a:r>
          </a:p>
          <a:p>
            <a:pPr lvl="6"/>
            <a:r>
              <a:rPr lang="en-GB" noProof="0"/>
              <a:t>Click to add Level 7 Tahoma Regular 14pt</a:t>
            </a:r>
          </a:p>
          <a:p>
            <a:pPr lvl="7"/>
            <a:r>
              <a:rPr lang="en-GB" noProof="0"/>
              <a:t>Click to add Level 8 Tahoma Regular 14pt</a:t>
            </a:r>
          </a:p>
          <a:p>
            <a:pPr lvl="8"/>
            <a:r>
              <a:rPr lang="en-GB" noProof="0"/>
              <a:t>Click to add Level 9 Tahoma Regular 14pt</a:t>
            </a:r>
            <a:endParaRPr lang="en-GB" noProof="0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E4DB482-0248-52A6-0741-9882F3953A8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DA103171-6E4C-91C2-5C42-0ECD08F047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D34B78A1-1E98-4D0A-918E-FDF3FA825995}" type="datetime1">
              <a:rPr lang="en-GB" smtClean="0"/>
              <a:t>16/06/2026</a:t>
            </a:fld>
            <a:endParaRPr lang="en-GB" dirty="0"/>
          </a:p>
        </p:txBody>
      </p:sp>
      <p:sp>
        <p:nvSpPr>
          <p:cNvPr id="12" name="Fußzeilenplatzhalter 4">
            <a:extLst>
              <a:ext uri="{FF2B5EF4-FFF2-40B4-BE49-F238E27FC236}">
                <a16:creationId xmlns:a16="http://schemas.microsoft.com/office/drawing/2014/main" id="{E6665A61-E965-29D3-4035-95F7E40B19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3" name="Symbol zastępczy numeru slajdu 5">
            <a:extLst>
              <a:ext uri="{FF2B5EF4-FFF2-40B4-BE49-F238E27FC236}">
                <a16:creationId xmlns:a16="http://schemas.microsoft.com/office/drawing/2014/main" id="{14FB0BD8-CA08-92B2-BBA7-8C6706E688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F42BE6E-49C4-619A-BD23-6AD212C1D5F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01C13F19-E5FD-2C00-1F33-83C17183660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5" name="Graphic 3">
            <a:extLst>
              <a:ext uri="{FF2B5EF4-FFF2-40B4-BE49-F238E27FC236}">
                <a16:creationId xmlns:a16="http://schemas.microsoft.com/office/drawing/2014/main" id="{5F0706E2-6594-D17B-D82E-4B772C47453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6" name="Graphic 3">
            <a:extLst>
              <a:ext uri="{FF2B5EF4-FFF2-40B4-BE49-F238E27FC236}">
                <a16:creationId xmlns:a16="http://schemas.microsoft.com/office/drawing/2014/main" id="{BC08CCEE-0F82-C5E0-D4E3-627E77E81D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4075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0" pos="3840" userDrawn="1">
          <p15:clr>
            <a:srgbClr val="FBAE40"/>
          </p15:clr>
        </p15:guide>
        <p15:guide id="21" orient="horz" pos="890" userDrawn="1">
          <p15:clr>
            <a:srgbClr val="FBAE40"/>
          </p15:clr>
        </p15:guide>
        <p15:guide id="22" orient="horz" pos="709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Grey Dus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113724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Divider page Tahoma Regular 48pt</a:t>
            </a:r>
            <a:endParaRPr lang="en-GB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F9D0DD-2329-FF5A-9B1C-90DCEE02BC8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2361D1F8-25A8-D691-2918-BFCFE7441E5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Graphic 4">
            <a:extLst>
              <a:ext uri="{FF2B5EF4-FFF2-40B4-BE49-F238E27FC236}">
                <a16:creationId xmlns:a16="http://schemas.microsoft.com/office/drawing/2014/main" id="{3FA1EEF0-04C9-2CC8-3881-CBBE9D09F55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6" name="Graphic 4">
            <a:extLst>
              <a:ext uri="{FF2B5EF4-FFF2-40B4-BE49-F238E27FC236}">
                <a16:creationId xmlns:a16="http://schemas.microsoft.com/office/drawing/2014/main" id="{EE1D96C6-F8AE-C29C-BE25-FA2F38F4C8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464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orient="horz" pos="1616" userDrawn="1">
          <p15:clr>
            <a:srgbClr val="FBAE40"/>
          </p15:clr>
        </p15:guide>
        <p15:guide id="14" orient="horz" pos="2704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ale Dawn">
    <p:bg>
      <p:bgPr>
        <a:solidFill>
          <a:schemeClr val="bg2">
            <a:alpha val="9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113724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Divider page Tahoma Regular 48pt</a:t>
            </a:r>
            <a:endParaRPr lang="en-GB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F9D0DD-2329-FF5A-9B1C-90DCEE02BC8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3150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orient="horz" pos="1616" userDrawn="1">
          <p15:clr>
            <a:srgbClr val="FBAE40"/>
          </p15:clr>
        </p15:guide>
        <p15:guide id="14" orient="horz" pos="2704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The Bea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8FB53272-2E69-5FF4-A68B-9464AF27D5B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3999" y="1268760"/>
            <a:ext cx="7482201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Divider page Tahoma Regular 48pt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D2AB6E2-53D3-0829-D3E6-FE3DC2A8142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4" name="Graphic 5">
            <a:extLst>
              <a:ext uri="{FF2B5EF4-FFF2-40B4-BE49-F238E27FC236}">
                <a16:creationId xmlns:a16="http://schemas.microsoft.com/office/drawing/2014/main" id="{FB914120-95CC-2CBD-94FB-250C016C442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8" name="Graphic 5">
            <a:extLst>
              <a:ext uri="{FF2B5EF4-FFF2-40B4-BE49-F238E27FC236}">
                <a16:creationId xmlns:a16="http://schemas.microsoft.com/office/drawing/2014/main" id="{7ABCF876-F4C5-261E-85E4-19D05F3560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4444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orient="horz" pos="1616" userDrawn="1">
          <p15:clr>
            <a:srgbClr val="FBAE40"/>
          </p15:clr>
        </p15:guide>
        <p15:guide id="14" orient="horz" pos="2704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The Beam_Pass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8FB53272-2E69-5FF4-A68B-9464AF27D5B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56820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Divider page Tahoma Regular 48pt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D2AB6E2-53D3-0829-D3E6-FE3DC2A8142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ACC2A6C5-4246-81C1-E51A-08FBEEBF69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82679" y="1556792"/>
            <a:ext cx="5085929" cy="3441606"/>
          </a:xfrm>
          <a:prstGeom prst="rect">
            <a:avLst/>
          </a:prstGeom>
        </p:spPr>
      </p:pic>
      <p:pic>
        <p:nvPicPr>
          <p:cNvPr id="4" name="Graphic 5">
            <a:extLst>
              <a:ext uri="{FF2B5EF4-FFF2-40B4-BE49-F238E27FC236}">
                <a16:creationId xmlns:a16="http://schemas.microsoft.com/office/drawing/2014/main" id="{D0A609DF-1788-B381-CF8F-669979B7D4E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8" name="Graphic 6">
            <a:extLst>
              <a:ext uri="{FF2B5EF4-FFF2-40B4-BE49-F238E27FC236}">
                <a16:creationId xmlns:a16="http://schemas.microsoft.com/office/drawing/2014/main" id="{B0923B14-5C71-53A9-2E6E-F5F4DE5744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82679" y="1556792"/>
            <a:ext cx="5085929" cy="3441606"/>
          </a:xfrm>
          <a:prstGeom prst="rect">
            <a:avLst/>
          </a:prstGeom>
        </p:spPr>
      </p:pic>
      <p:pic>
        <p:nvPicPr>
          <p:cNvPr id="10" name="Graphic 5">
            <a:extLst>
              <a:ext uri="{FF2B5EF4-FFF2-40B4-BE49-F238E27FC236}">
                <a16:creationId xmlns:a16="http://schemas.microsoft.com/office/drawing/2014/main" id="{C58C2142-2D17-6D82-17C7-234E600224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11" name="Graphic 6">
            <a:extLst>
              <a:ext uri="{FF2B5EF4-FFF2-40B4-BE49-F238E27FC236}">
                <a16:creationId xmlns:a16="http://schemas.microsoft.com/office/drawing/2014/main" id="{6AB1D703-A626-AF9C-9076-CED657DFE3C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82679" y="1556792"/>
            <a:ext cx="5085929" cy="3441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0282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orient="horz" pos="1616" userDrawn="1">
          <p15:clr>
            <a:srgbClr val="FBAE40"/>
          </p15:clr>
        </p15:guide>
        <p15:guide id="14" orient="horz" pos="2704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The Beam_Bol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8FB53272-2E69-5FF4-A68B-9464AF27D5B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56820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Divider page Tahoma Regular 48pt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D2AB6E2-53D3-0829-D3E6-FE3DC2A8142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B2DA5DD6-CAD1-F0FC-0864-8B56C6CDB9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80176" y="1484782"/>
            <a:ext cx="3717181" cy="3848376"/>
          </a:xfrm>
          <a:prstGeom prst="rect">
            <a:avLst/>
          </a:prstGeom>
        </p:spPr>
      </p:pic>
      <p:pic>
        <p:nvPicPr>
          <p:cNvPr id="7" name="Graphic 5">
            <a:extLst>
              <a:ext uri="{FF2B5EF4-FFF2-40B4-BE49-F238E27FC236}">
                <a16:creationId xmlns:a16="http://schemas.microsoft.com/office/drawing/2014/main" id="{EE7D04B3-7EAD-6DE8-0B11-73CF947CB6F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8" name="Graphic 2">
            <a:extLst>
              <a:ext uri="{FF2B5EF4-FFF2-40B4-BE49-F238E27FC236}">
                <a16:creationId xmlns:a16="http://schemas.microsoft.com/office/drawing/2014/main" id="{6B94BC6C-C0E6-D953-F6A1-E854D201E1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80176" y="1484782"/>
            <a:ext cx="3717181" cy="3848376"/>
          </a:xfrm>
          <a:prstGeom prst="rect">
            <a:avLst/>
          </a:prstGeom>
        </p:spPr>
      </p:pic>
      <p:pic>
        <p:nvPicPr>
          <p:cNvPr id="10" name="Graphic 5">
            <a:extLst>
              <a:ext uri="{FF2B5EF4-FFF2-40B4-BE49-F238E27FC236}">
                <a16:creationId xmlns:a16="http://schemas.microsoft.com/office/drawing/2014/main" id="{01283191-7182-263F-3475-2D8B89B887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11" name="Graphic 2">
            <a:extLst>
              <a:ext uri="{FF2B5EF4-FFF2-40B4-BE49-F238E27FC236}">
                <a16:creationId xmlns:a16="http://schemas.microsoft.com/office/drawing/2014/main" id="{5161B938-5D42-1439-ED96-B98221673DD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80176" y="1484782"/>
            <a:ext cx="3717181" cy="3848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0472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orient="horz" pos="1616" userDrawn="1">
          <p15:clr>
            <a:srgbClr val="FBAE40"/>
          </p15:clr>
        </p15:guide>
        <p15:guide id="14" orient="horz" pos="2704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The Beam_On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8FB53272-2E69-5FF4-A68B-9464AF27D5B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56820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Divider page Tahoma Regular 48pt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D2AB6E2-53D3-0829-D3E6-FE3DC2A8142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B063F455-0835-2C18-3C7F-09ABC9D7E1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92144" y="1401076"/>
            <a:ext cx="3960440" cy="3960440"/>
          </a:xfrm>
          <a:prstGeom prst="rect">
            <a:avLst/>
          </a:prstGeom>
        </p:spPr>
      </p:pic>
      <p:pic>
        <p:nvPicPr>
          <p:cNvPr id="7" name="Graphic 5">
            <a:extLst>
              <a:ext uri="{FF2B5EF4-FFF2-40B4-BE49-F238E27FC236}">
                <a16:creationId xmlns:a16="http://schemas.microsoft.com/office/drawing/2014/main" id="{61071BCA-257B-1878-936D-F979C31C919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8" name="Graphic 2">
            <a:extLst>
              <a:ext uri="{FF2B5EF4-FFF2-40B4-BE49-F238E27FC236}">
                <a16:creationId xmlns:a16="http://schemas.microsoft.com/office/drawing/2014/main" id="{F428ED8C-2D9D-ED5F-60A3-FB202B8726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92144" y="1401076"/>
            <a:ext cx="3960440" cy="3960440"/>
          </a:xfrm>
          <a:prstGeom prst="rect">
            <a:avLst/>
          </a:prstGeom>
        </p:spPr>
      </p:pic>
      <p:pic>
        <p:nvPicPr>
          <p:cNvPr id="10" name="Graphic 5">
            <a:extLst>
              <a:ext uri="{FF2B5EF4-FFF2-40B4-BE49-F238E27FC236}">
                <a16:creationId xmlns:a16="http://schemas.microsoft.com/office/drawing/2014/main" id="{64E8294E-0367-2D11-1E96-243EAE81FA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11" name="Graphic 2">
            <a:extLst>
              <a:ext uri="{FF2B5EF4-FFF2-40B4-BE49-F238E27FC236}">
                <a16:creationId xmlns:a16="http://schemas.microsoft.com/office/drawing/2014/main" id="{AF1EF11A-B6E5-EF3F-98A6-D353BC59A36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92144" y="1401076"/>
            <a:ext cx="3960440" cy="396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730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orient="horz" pos="1616" userDrawn="1">
          <p15:clr>
            <a:srgbClr val="FBAE40"/>
          </p15:clr>
        </p15:guide>
        <p15:guide id="14" orient="horz" pos="2704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Grey Dusk_Pass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56820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Divider page Tahoma Regular 48pt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F9D0DD-2329-FF5A-9B1C-90DCEE02BC8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7AF05C1E-F91E-0FEC-3097-9870467C61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2679" y="1556792"/>
            <a:ext cx="5085929" cy="3441606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75E33F2-C9F3-65CC-A0AD-DB398E17F0D0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Graphic 6">
            <a:extLst>
              <a:ext uri="{FF2B5EF4-FFF2-40B4-BE49-F238E27FC236}">
                <a16:creationId xmlns:a16="http://schemas.microsoft.com/office/drawing/2014/main" id="{DD8C5B38-1F4D-6700-F48B-F7BE744771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2679" y="1556792"/>
            <a:ext cx="5085929" cy="3441606"/>
          </a:xfrm>
          <a:prstGeom prst="rect">
            <a:avLst/>
          </a:prstGeom>
        </p:spPr>
      </p:pic>
      <p:pic>
        <p:nvPicPr>
          <p:cNvPr id="5" name="Graphic 7">
            <a:extLst>
              <a:ext uri="{FF2B5EF4-FFF2-40B4-BE49-F238E27FC236}">
                <a16:creationId xmlns:a16="http://schemas.microsoft.com/office/drawing/2014/main" id="{13947331-DC90-7EBC-78B5-8AF46C2BD2BD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6" name="Graphic 6">
            <a:extLst>
              <a:ext uri="{FF2B5EF4-FFF2-40B4-BE49-F238E27FC236}">
                <a16:creationId xmlns:a16="http://schemas.microsoft.com/office/drawing/2014/main" id="{8F373005-62FE-8025-FDD7-C7D8B6E01E4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2679" y="1556792"/>
            <a:ext cx="5085929" cy="3441606"/>
          </a:xfrm>
          <a:prstGeom prst="rect">
            <a:avLst/>
          </a:prstGeom>
        </p:spPr>
      </p:pic>
      <p:pic>
        <p:nvPicPr>
          <p:cNvPr id="9" name="Graphic 7">
            <a:extLst>
              <a:ext uri="{FF2B5EF4-FFF2-40B4-BE49-F238E27FC236}">
                <a16:creationId xmlns:a16="http://schemas.microsoft.com/office/drawing/2014/main" id="{4C1C2643-F625-690C-2519-A8A2D224B7E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950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orient="horz" pos="1616" userDrawn="1">
          <p15:clr>
            <a:srgbClr val="FBAE40"/>
          </p15:clr>
        </p15:guide>
        <p15:guide id="14" orient="horz" pos="2704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Grey Dusk_Bol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56820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Divider page Tahoma Regular 48pt</a:t>
            </a:r>
            <a:endParaRPr lang="en-GB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F9D0DD-2329-FF5A-9B1C-90DCEE02BC8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FFC8D076-D91E-BEEE-FC8D-0C187E40E8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80176" y="1484782"/>
            <a:ext cx="3717181" cy="3848376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6D7215F-E103-F984-05A4-1A0E8CD11AE5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Graphic 5">
            <a:extLst>
              <a:ext uri="{FF2B5EF4-FFF2-40B4-BE49-F238E27FC236}">
                <a16:creationId xmlns:a16="http://schemas.microsoft.com/office/drawing/2014/main" id="{3393057C-882C-01C5-C19F-A4AE810CA4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80176" y="1484782"/>
            <a:ext cx="3717181" cy="3848376"/>
          </a:xfrm>
          <a:prstGeom prst="rect">
            <a:avLst/>
          </a:prstGeom>
        </p:spPr>
      </p:pic>
      <p:pic>
        <p:nvPicPr>
          <p:cNvPr id="5" name="Graphic 7">
            <a:extLst>
              <a:ext uri="{FF2B5EF4-FFF2-40B4-BE49-F238E27FC236}">
                <a16:creationId xmlns:a16="http://schemas.microsoft.com/office/drawing/2014/main" id="{D46AD353-33CE-D11D-0D13-06F6A299C8D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7" name="Graphic 5">
            <a:extLst>
              <a:ext uri="{FF2B5EF4-FFF2-40B4-BE49-F238E27FC236}">
                <a16:creationId xmlns:a16="http://schemas.microsoft.com/office/drawing/2014/main" id="{750184C6-2407-F1FB-89E0-69D0C0105D9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80176" y="1484782"/>
            <a:ext cx="3717181" cy="3848376"/>
          </a:xfrm>
          <a:prstGeom prst="rect">
            <a:avLst/>
          </a:prstGeom>
        </p:spPr>
      </p:pic>
      <p:pic>
        <p:nvPicPr>
          <p:cNvPr id="9" name="Graphic 7">
            <a:extLst>
              <a:ext uri="{FF2B5EF4-FFF2-40B4-BE49-F238E27FC236}">
                <a16:creationId xmlns:a16="http://schemas.microsoft.com/office/drawing/2014/main" id="{BC23A87E-8648-FFB2-475E-289B2264F3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6666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orient="horz" pos="1616" userDrawn="1">
          <p15:clr>
            <a:srgbClr val="FBAE40"/>
          </p15:clr>
        </p15:guide>
        <p15:guide id="14" orient="horz" pos="2704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Grey Dusk_On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56820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Divider page Tahoma Regular 48pt</a:t>
            </a:r>
            <a:endParaRPr lang="en-GB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F9D0DD-2329-FF5A-9B1C-90DCEE02BC8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F96E6A1B-63B7-2205-4B78-8486DBFCFE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92144" y="1401076"/>
            <a:ext cx="3960440" cy="396044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322F5150-8293-7A90-266E-A5148E997C23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Graphic 4">
            <a:extLst>
              <a:ext uri="{FF2B5EF4-FFF2-40B4-BE49-F238E27FC236}">
                <a16:creationId xmlns:a16="http://schemas.microsoft.com/office/drawing/2014/main" id="{7FD1284C-3ACB-D9C5-46F8-9090EDBA9F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92144" y="1401076"/>
            <a:ext cx="3960440" cy="3960440"/>
          </a:xfrm>
          <a:prstGeom prst="rect">
            <a:avLst/>
          </a:prstGeom>
        </p:spPr>
      </p:pic>
      <p:pic>
        <p:nvPicPr>
          <p:cNvPr id="7" name="Graphic 5">
            <a:extLst>
              <a:ext uri="{FF2B5EF4-FFF2-40B4-BE49-F238E27FC236}">
                <a16:creationId xmlns:a16="http://schemas.microsoft.com/office/drawing/2014/main" id="{D9690FF8-2717-5705-9A68-8E860D9BA013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8" name="Graphic 4">
            <a:extLst>
              <a:ext uri="{FF2B5EF4-FFF2-40B4-BE49-F238E27FC236}">
                <a16:creationId xmlns:a16="http://schemas.microsoft.com/office/drawing/2014/main" id="{B7CCEE0C-C197-A2F7-3F76-EA5B4A0AF7B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92144" y="1401076"/>
            <a:ext cx="3960440" cy="3960440"/>
          </a:xfrm>
          <a:prstGeom prst="rect">
            <a:avLst/>
          </a:prstGeom>
        </p:spPr>
      </p:pic>
      <p:pic>
        <p:nvPicPr>
          <p:cNvPr id="9" name="Graphic 5">
            <a:extLst>
              <a:ext uri="{FF2B5EF4-FFF2-40B4-BE49-F238E27FC236}">
                <a16:creationId xmlns:a16="http://schemas.microsoft.com/office/drawing/2014/main" id="{60A004BE-A747-0A4F-DE1D-C6BFAE1EB1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527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orient="horz" pos="1616" userDrawn="1">
          <p15:clr>
            <a:srgbClr val="FBAE40"/>
          </p15:clr>
        </p15:guide>
        <p15:guide id="14" orient="horz" pos="2704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Sunrise Grey Dus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C699B35C-619D-3591-CAE8-FC717B8B51A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4256400" y="1791000"/>
            <a:ext cx="3679200" cy="327600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B28ACD52-BFFC-2CF5-DC4E-163839947C9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4256400" y="1791000"/>
            <a:ext cx="3679200" cy="3276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30A8D96-4510-36E4-047A-7AEFC602B83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683A6EAE-4423-AD5E-9230-B8F27934D72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4256400" y="1791000"/>
            <a:ext cx="3679200" cy="3276000"/>
          </a:xfrm>
          <a:prstGeom prst="rect">
            <a:avLst/>
          </a:prstGeom>
        </p:spPr>
      </p:pic>
      <p:pic>
        <p:nvPicPr>
          <p:cNvPr id="5" name="Graphic 3">
            <a:extLst>
              <a:ext uri="{FF2B5EF4-FFF2-40B4-BE49-F238E27FC236}">
                <a16:creationId xmlns:a16="http://schemas.microsoft.com/office/drawing/2014/main" id="{031B3EDB-38C1-06B0-85BD-4F985B8F59B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4256400" y="1791000"/>
            <a:ext cx="3679200" cy="3276000"/>
          </a:xfrm>
          <a:prstGeom prst="rect">
            <a:avLst/>
          </a:prstGeom>
        </p:spPr>
      </p:pic>
      <p:pic>
        <p:nvPicPr>
          <p:cNvPr id="6" name="Graphic 3">
            <a:extLst>
              <a:ext uri="{FF2B5EF4-FFF2-40B4-BE49-F238E27FC236}">
                <a16:creationId xmlns:a16="http://schemas.microsoft.com/office/drawing/2014/main" id="{FCE10E9E-9EEF-6C31-A102-5B227C4EE28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948" t="28345" r="32905" b="28599"/>
          <a:stretch/>
        </p:blipFill>
        <p:spPr>
          <a:xfrm>
            <a:off x="4256400" y="1791000"/>
            <a:ext cx="3679200" cy="32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5448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- Grey Dus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2139C4C-3580-F2CC-E1D0-54E1662D85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2750" y="317500"/>
            <a:ext cx="11366500" cy="5784850"/>
          </a:xfrm>
        </p:spPr>
        <p:txBody>
          <a:bodyPr anchor="ctr"/>
          <a:lstStyle>
            <a:lvl1pPr algn="ctr">
              <a:lnSpc>
                <a:spcPct val="100000"/>
              </a:lnSpc>
              <a:defRPr lang="de-DE" sz="4400" dirty="0" smtClean="0">
                <a:solidFill>
                  <a:schemeClr val="bg1"/>
                </a:solidFill>
              </a:defRPr>
            </a:lvl1pPr>
            <a:lvl2pPr marL="0" indent="0" algn="ctr">
              <a:spcBef>
                <a:spcPts val="1800"/>
              </a:spcBef>
              <a:buNone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GB"/>
              <a:t>Zitat-Text</a:t>
            </a:r>
          </a:p>
          <a:p>
            <a:pPr lvl="1"/>
            <a:r>
              <a:rPr lang="en-GB"/>
              <a:t>Urheber/Autor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B4FF75-9B1A-40FB-119D-3246770B829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326AF110-0EFC-9085-3384-C0F6C9284AA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F16E3811-AAEF-E6EA-1099-7922353D641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Graphic 1">
            <a:extLst>
              <a:ext uri="{FF2B5EF4-FFF2-40B4-BE49-F238E27FC236}">
                <a16:creationId xmlns:a16="http://schemas.microsoft.com/office/drawing/2014/main" id="{6FBEE60D-F18A-F73C-4CCD-CE7F3F7E069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4535E788-662C-702A-4AE7-9C10FD3B61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8" name="Graphic 1">
            <a:extLst>
              <a:ext uri="{FF2B5EF4-FFF2-40B4-BE49-F238E27FC236}">
                <a16:creationId xmlns:a16="http://schemas.microsoft.com/office/drawing/2014/main" id="{91C112AE-AB0A-1C31-8C86-68EDE341F0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33915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- The Bea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7FB69D45-1400-9BFD-A969-8EA1DA5CEAA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B6223CB6-0B7A-7862-3A8A-7894AF497AD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2139C4C-3580-F2CC-E1D0-54E1662D85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2750" y="317500"/>
            <a:ext cx="11366500" cy="5784850"/>
          </a:xfrm>
        </p:spPr>
        <p:txBody>
          <a:bodyPr anchor="ctr"/>
          <a:lstStyle>
            <a:lvl1pPr algn="ctr">
              <a:lnSpc>
                <a:spcPct val="100000"/>
              </a:lnSpc>
              <a:defRPr lang="de-DE" sz="4400" dirty="0" smtClean="0">
                <a:solidFill>
                  <a:schemeClr val="bg1"/>
                </a:solidFill>
              </a:defRPr>
            </a:lvl1pPr>
            <a:lvl2pPr marL="0" indent="0" algn="ctr">
              <a:spcBef>
                <a:spcPts val="1800"/>
              </a:spcBef>
              <a:buNone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GB"/>
              <a:t>Zitat-Text</a:t>
            </a:r>
          </a:p>
          <a:p>
            <a:pPr lvl="1"/>
            <a:r>
              <a:rPr lang="en-GB"/>
              <a:t>Urheber/Autor</a:t>
            </a:r>
            <a:endParaRPr lang="en-GB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D625B3E-5366-41BA-2DF8-58BA0146FDD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A408BBB0-A72D-AFFA-4EA4-6638E35D4B6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8" name="Graphic 4">
            <a:extLst>
              <a:ext uri="{FF2B5EF4-FFF2-40B4-BE49-F238E27FC236}">
                <a16:creationId xmlns:a16="http://schemas.microsoft.com/office/drawing/2014/main" id="{B72CAC8F-E79D-710A-F9A7-37FAAC999C7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10" name="Graphic 4">
            <a:extLst>
              <a:ext uri="{FF2B5EF4-FFF2-40B4-BE49-F238E27FC236}">
                <a16:creationId xmlns:a16="http://schemas.microsoft.com/office/drawing/2014/main" id="{6A22BD7B-718E-F3AB-EC25-011EB038F0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76920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- Megabeam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9BCE291-95E6-CBD3-A372-83C80709F83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CH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2139C4C-3580-F2CC-E1D0-54E1662D85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1093672"/>
            <a:ext cx="5735960" cy="5359664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396000" tIns="360000" rIns="396000" bIns="360000" anchor="t"/>
          <a:lstStyle>
            <a:lvl1pPr algn="l">
              <a:lnSpc>
                <a:spcPct val="100000"/>
              </a:lnSpc>
              <a:defRPr lang="de-DE" sz="4400" dirty="0" smtClean="0">
                <a:solidFill>
                  <a:schemeClr val="bg1"/>
                </a:solidFill>
              </a:defRPr>
            </a:lvl1pPr>
            <a:lvl2pPr marL="0" indent="0" algn="l">
              <a:spcBef>
                <a:spcPts val="1800"/>
              </a:spcBef>
              <a:buNone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GB"/>
              <a:t>Zitat-Text</a:t>
            </a:r>
          </a:p>
          <a:p>
            <a:pPr lvl="1"/>
            <a:r>
              <a:rPr lang="en-GB"/>
              <a:t>Urheber/Autor</a:t>
            </a:r>
            <a:endParaRPr lang="en-GB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74CE2A2-BC6E-1898-B5BE-C6AF1791A25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850808" y="265672"/>
            <a:ext cx="928800" cy="828000"/>
          </a:xfr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algn="ctr">
              <a:defRPr sz="100"/>
            </a:lvl1pPr>
          </a:lstStyle>
          <a:p>
            <a:pPr lvl="0"/>
            <a:r>
              <a:rPr lang="en-GB"/>
              <a:t>  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680291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- Pale Daw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2139C4C-3580-F2CC-E1D0-54E1662D85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2750" y="317500"/>
            <a:ext cx="11366500" cy="5784850"/>
          </a:xfrm>
        </p:spPr>
        <p:txBody>
          <a:bodyPr anchor="ctr"/>
          <a:lstStyle>
            <a:lvl1pPr algn="ctr">
              <a:lnSpc>
                <a:spcPct val="100000"/>
              </a:lnSpc>
              <a:defRPr lang="de-DE" sz="4400" dirty="0" smtClean="0">
                <a:solidFill>
                  <a:schemeClr val="tx1"/>
                </a:solidFill>
              </a:defRPr>
            </a:lvl1pPr>
            <a:lvl2pPr marL="0" indent="0" algn="ctr">
              <a:spcBef>
                <a:spcPts val="1800"/>
              </a:spcBef>
              <a:buNone/>
              <a:defRPr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Zitat-Text</a:t>
            </a:r>
          </a:p>
          <a:p>
            <a:pPr lvl="1"/>
            <a:r>
              <a:rPr lang="en-GB"/>
              <a:t>Urheber/Autor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B4FF75-9B1A-40FB-119D-3246770B829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46777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ale Dawn Beam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63C82E-1510-46BE-A34A-0123B1C7E5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000" y="2559600"/>
            <a:ext cx="11372400" cy="1738800"/>
          </a:xfrm>
        </p:spPr>
        <p:txBody>
          <a:bodyPr anchor="ctr" anchorCtr="0"/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Divider page Tahoma Regular 48pt</a:t>
            </a:r>
            <a:endParaRPr lang="en-GB" noProof="0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E9C6DFE-C28C-CEF5-C7FE-6E5C01CFA84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0984713-2091-8C42-69DF-0E6177E07A4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072B4936-7BE2-3C02-B673-48E13AB85EC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7AB14B6C-D34B-A6FA-8E01-2A63A5A02D7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7661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5" orient="horz" pos="1616" userDrawn="1">
          <p15:clr>
            <a:srgbClr val="FBAE40"/>
          </p15:clr>
        </p15:guide>
        <p15:guide id="16" orient="horz" pos="2704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Sunrise Pale Daw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8F4D7C4C-0074-F42B-4513-135B5DEE76C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4257249" y="1790701"/>
            <a:ext cx="3677502" cy="3276598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CF193B88-B585-77D1-58F6-6875365EA5A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4257249" y="1790701"/>
            <a:ext cx="3677502" cy="327659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B18A7B2-82A2-1622-C358-FA48BAA7CBB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01339"/>
            <a:ext cx="12192000" cy="35666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FB6E8CF8-8E54-58CE-D8F0-FAEC548F155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4257249" y="1790701"/>
            <a:ext cx="3677502" cy="3276598"/>
          </a:xfrm>
          <a:prstGeom prst="rect">
            <a:avLst/>
          </a:prstGeom>
        </p:spPr>
      </p:pic>
      <p:pic>
        <p:nvPicPr>
          <p:cNvPr id="5" name="Graphic 3">
            <a:extLst>
              <a:ext uri="{FF2B5EF4-FFF2-40B4-BE49-F238E27FC236}">
                <a16:creationId xmlns:a16="http://schemas.microsoft.com/office/drawing/2014/main" id="{74AF7EAD-EA22-4A9C-5C02-2ACAF6B5B04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4257249" y="1790701"/>
            <a:ext cx="3677502" cy="3276598"/>
          </a:xfrm>
          <a:prstGeom prst="rect">
            <a:avLst/>
          </a:prstGeom>
        </p:spPr>
      </p:pic>
      <p:pic>
        <p:nvPicPr>
          <p:cNvPr id="6" name="Graphic 3">
            <a:extLst>
              <a:ext uri="{FF2B5EF4-FFF2-40B4-BE49-F238E27FC236}">
                <a16:creationId xmlns:a16="http://schemas.microsoft.com/office/drawing/2014/main" id="{E87384A8-22D8-48F7-2C92-A3BC88F75C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4257249" y="1790701"/>
            <a:ext cx="3677502" cy="3276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1118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 are passiona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FC7185AF-6968-EE7C-20AB-C22FBD7206D2}"/>
              </a:ext>
            </a:extLst>
          </p:cNvPr>
          <p:cNvSpPr/>
          <p:nvPr/>
        </p:nvSpPr>
        <p:spPr>
          <a:xfrm>
            <a:off x="418988" y="1167076"/>
            <a:ext cx="444240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2400" noProof="0">
                <a:solidFill>
                  <a:schemeClr val="accent2"/>
                </a:solidFill>
              </a:rPr>
              <a:t>Our values</a:t>
            </a:r>
            <a:endParaRPr lang="en-GB" sz="2400" noProof="0" dirty="0">
              <a:solidFill>
                <a:schemeClr val="accent2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4C93264-A6B1-F01C-F8A0-956F8884AFFD}"/>
              </a:ext>
            </a:extLst>
          </p:cNvPr>
          <p:cNvSpPr/>
          <p:nvPr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passionate</a:t>
            </a:r>
          </a:p>
        </p:txBody>
      </p:sp>
      <p:sp>
        <p:nvSpPr>
          <p:cNvPr id="11" name="Rechteck 6">
            <a:extLst>
              <a:ext uri="{FF2B5EF4-FFF2-40B4-BE49-F238E27FC236}">
                <a16:creationId xmlns:a16="http://schemas.microsoft.com/office/drawing/2014/main" id="{F76051EC-0B5D-A3F9-4D72-B53B17CDC274}"/>
              </a:ext>
            </a:extLst>
          </p:cNvPr>
          <p:cNvSpPr/>
          <p:nvPr/>
        </p:nvSpPr>
        <p:spPr>
          <a:xfrm>
            <a:off x="418988" y="1167076"/>
            <a:ext cx="444240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2400" noProof="0" dirty="0">
                <a:solidFill>
                  <a:schemeClr val="tx1"/>
                </a:solidFill>
              </a:rPr>
              <a:t>Our values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66B0464-28C2-08AF-3803-9F1A6F409FA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512F6CEC-50E1-0737-8039-6191A38D10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34B78A1-1E98-4D0A-918E-FDF3FA825995}" type="datetime1">
              <a:rPr lang="en-GB" smtClean="0"/>
              <a:pPr/>
              <a:t>16/06/2026</a:t>
            </a:fld>
            <a:endParaRPr lang="en-GB" dirty="0"/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AA0D81E0-8CCA-19FB-7782-BBC2FD7CAE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7" name="Symbol zastępczy numeru slajdu 5">
            <a:extLst>
              <a:ext uri="{FF2B5EF4-FFF2-40B4-BE49-F238E27FC236}">
                <a16:creationId xmlns:a16="http://schemas.microsoft.com/office/drawing/2014/main" id="{FC5FE7FC-4A3E-B0D6-B037-E16DA0C72A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8E9E53B2-D7A1-7F8C-CA5C-1818A03593B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4" name="Podtytuł 2">
            <a:extLst>
              <a:ext uri="{FF2B5EF4-FFF2-40B4-BE49-F238E27FC236}">
                <a16:creationId xmlns:a16="http://schemas.microsoft.com/office/drawing/2014/main" id="{4038FFD2-36F9-537C-E513-1EBF3661E7D1}"/>
              </a:ext>
            </a:extLst>
          </p:cNvPr>
          <p:cNvSpPr txBox="1">
            <a:spLocks/>
          </p:cNvSpPr>
          <p:nvPr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B1A5579F-810D-1C98-34ED-A09FB31E32C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C033E35E-F569-AF70-97E4-B7D1A2E4C731}"/>
              </a:ext>
            </a:extLst>
          </p:cNvPr>
          <p:cNvSpPr/>
          <p:nvPr/>
        </p:nvSpPr>
        <p:spPr>
          <a:xfrm>
            <a:off x="5762604" y="1556792"/>
            <a:ext cx="5061562" cy="3458505"/>
          </a:xfrm>
          <a:custGeom>
            <a:avLst/>
            <a:gdLst>
              <a:gd name="connsiteX0" fmla="*/ 2937780 w 5061562"/>
              <a:gd name="connsiteY0" fmla="*/ 102735 h 3458505"/>
              <a:gd name="connsiteX1" fmla="*/ 3216285 w 5061562"/>
              <a:gd name="connsiteY1" fmla="*/ 299163 h 3458505"/>
              <a:gd name="connsiteX2" fmla="*/ 3216794 w 5061562"/>
              <a:gd name="connsiteY2" fmla="*/ 301012 h 3458505"/>
              <a:gd name="connsiteX3" fmla="*/ 3217404 w 5061562"/>
              <a:gd name="connsiteY3" fmla="*/ 302810 h 3458505"/>
              <a:gd name="connsiteX4" fmla="*/ 3717859 w 5061562"/>
              <a:gd name="connsiteY4" fmla="*/ 1826876 h 3458505"/>
              <a:gd name="connsiteX5" fmla="*/ 3741000 w 5061562"/>
              <a:gd name="connsiteY5" fmla="*/ 1897250 h 3458505"/>
              <a:gd name="connsiteX6" fmla="*/ 4634955 w 5061562"/>
              <a:gd name="connsiteY6" fmla="*/ 1897250 h 3458505"/>
              <a:gd name="connsiteX7" fmla="*/ 4635056 w 5061562"/>
              <a:gd name="connsiteY7" fmla="*/ 1898688 h 3458505"/>
              <a:gd name="connsiteX8" fmla="*/ 4667860 w 5061562"/>
              <a:gd name="connsiteY8" fmla="*/ 1897763 h 3458505"/>
              <a:gd name="connsiteX9" fmla="*/ 4694612 w 5061562"/>
              <a:gd name="connsiteY9" fmla="*/ 1898842 h 3458505"/>
              <a:gd name="connsiteX10" fmla="*/ 4771817 w 5061562"/>
              <a:gd name="connsiteY10" fmla="*/ 1917026 h 3458505"/>
              <a:gd name="connsiteX11" fmla="*/ 4773291 w 5061562"/>
              <a:gd name="connsiteY11" fmla="*/ 1917694 h 3458505"/>
              <a:gd name="connsiteX12" fmla="*/ 4783514 w 5061562"/>
              <a:gd name="connsiteY12" fmla="*/ 1922830 h 3458505"/>
              <a:gd name="connsiteX13" fmla="*/ 4787024 w 5061562"/>
              <a:gd name="connsiteY13" fmla="*/ 1923550 h 3458505"/>
              <a:gd name="connsiteX14" fmla="*/ 4930650 w 5061562"/>
              <a:gd name="connsiteY14" fmla="*/ 2064758 h 3458505"/>
              <a:gd name="connsiteX15" fmla="*/ 4931261 w 5061562"/>
              <a:gd name="connsiteY15" fmla="*/ 2068251 h 3458505"/>
              <a:gd name="connsiteX16" fmla="*/ 4937974 w 5061562"/>
              <a:gd name="connsiteY16" fmla="*/ 2081863 h 3458505"/>
              <a:gd name="connsiteX17" fmla="*/ 4941890 w 5061562"/>
              <a:gd name="connsiteY17" fmla="*/ 2091366 h 3458505"/>
              <a:gd name="connsiteX18" fmla="*/ 4945196 w 5061562"/>
              <a:gd name="connsiteY18" fmla="*/ 2101024 h 3458505"/>
              <a:gd name="connsiteX19" fmla="*/ 4945908 w 5061562"/>
              <a:gd name="connsiteY19" fmla="*/ 2103284 h 3458505"/>
              <a:gd name="connsiteX20" fmla="*/ 4947586 w 5061562"/>
              <a:gd name="connsiteY20" fmla="*/ 2108626 h 3458505"/>
              <a:gd name="connsiteX21" fmla="*/ 4948655 w 5061562"/>
              <a:gd name="connsiteY21" fmla="*/ 2111708 h 3458505"/>
              <a:gd name="connsiteX22" fmla="*/ 4949417 w 5061562"/>
              <a:gd name="connsiteY22" fmla="*/ 2114276 h 3458505"/>
              <a:gd name="connsiteX23" fmla="*/ 4952418 w 5061562"/>
              <a:gd name="connsiteY23" fmla="*/ 2128043 h 3458505"/>
              <a:gd name="connsiteX24" fmla="*/ 4952621 w 5061562"/>
              <a:gd name="connsiteY24" fmla="*/ 2129019 h 3458505"/>
              <a:gd name="connsiteX25" fmla="*/ 4953181 w 5061562"/>
              <a:gd name="connsiteY25" fmla="*/ 2131690 h 3458505"/>
              <a:gd name="connsiteX26" fmla="*/ 4953181 w 5061562"/>
              <a:gd name="connsiteY26" fmla="*/ 2135183 h 3458505"/>
              <a:gd name="connsiteX27" fmla="*/ 4956080 w 5061562"/>
              <a:gd name="connsiteY27" fmla="*/ 2147151 h 3458505"/>
              <a:gd name="connsiteX28" fmla="*/ 4956080 w 5061562"/>
              <a:gd name="connsiteY28" fmla="*/ 2147151 h 3458505"/>
              <a:gd name="connsiteX29" fmla="*/ 4958521 w 5061562"/>
              <a:gd name="connsiteY29" fmla="*/ 2167904 h 3458505"/>
              <a:gd name="connsiteX30" fmla="*/ 4958928 w 5061562"/>
              <a:gd name="connsiteY30" fmla="*/ 2176122 h 3458505"/>
              <a:gd name="connsiteX31" fmla="*/ 4959437 w 5061562"/>
              <a:gd name="connsiteY31" fmla="*/ 2186601 h 3458505"/>
              <a:gd name="connsiteX32" fmla="*/ 4959792 w 5061562"/>
              <a:gd name="connsiteY32" fmla="*/ 2192200 h 3458505"/>
              <a:gd name="connsiteX33" fmla="*/ 4959487 w 5061562"/>
              <a:gd name="connsiteY33" fmla="*/ 2205607 h 3458505"/>
              <a:gd name="connsiteX34" fmla="*/ 4959386 w 5061562"/>
              <a:gd name="connsiteY34" fmla="*/ 2207251 h 3458505"/>
              <a:gd name="connsiteX35" fmla="*/ 4959386 w 5061562"/>
              <a:gd name="connsiteY35" fmla="*/ 2208895 h 3458505"/>
              <a:gd name="connsiteX36" fmla="*/ 4947993 w 5061562"/>
              <a:gd name="connsiteY36" fmla="*/ 2276494 h 3458505"/>
              <a:gd name="connsiteX37" fmla="*/ 4945044 w 5061562"/>
              <a:gd name="connsiteY37" fmla="*/ 2285637 h 3458505"/>
              <a:gd name="connsiteX38" fmla="*/ 4944789 w 5061562"/>
              <a:gd name="connsiteY38" fmla="*/ 2287538 h 3458505"/>
              <a:gd name="connsiteX39" fmla="*/ 4941381 w 5061562"/>
              <a:gd name="connsiteY39" fmla="*/ 2296681 h 3458505"/>
              <a:gd name="connsiteX40" fmla="*/ 4913104 w 5061562"/>
              <a:gd name="connsiteY40" fmla="*/ 2354007 h 3458505"/>
              <a:gd name="connsiteX41" fmla="*/ 4666335 w 5061562"/>
              <a:gd name="connsiteY41" fmla="*/ 2490593 h 3458505"/>
              <a:gd name="connsiteX42" fmla="*/ 3529121 w 5061562"/>
              <a:gd name="connsiteY42" fmla="*/ 2490593 h 3458505"/>
              <a:gd name="connsiteX43" fmla="*/ 3499775 w 5061562"/>
              <a:gd name="connsiteY43" fmla="*/ 2489309 h 3458505"/>
              <a:gd name="connsiteX44" fmla="*/ 3493723 w 5061562"/>
              <a:gd name="connsiteY44" fmla="*/ 2488589 h 3458505"/>
              <a:gd name="connsiteX45" fmla="*/ 3487365 w 5061562"/>
              <a:gd name="connsiteY45" fmla="*/ 2487511 h 3458505"/>
              <a:gd name="connsiteX46" fmla="*/ 3484263 w 5061562"/>
              <a:gd name="connsiteY46" fmla="*/ 2487511 h 3458505"/>
              <a:gd name="connsiteX47" fmla="*/ 3328430 w 5061562"/>
              <a:gd name="connsiteY47" fmla="*/ 2410254 h 3458505"/>
              <a:gd name="connsiteX48" fmla="*/ 3325175 w 5061562"/>
              <a:gd name="connsiteY48" fmla="*/ 2406967 h 3458505"/>
              <a:gd name="connsiteX49" fmla="*/ 3321615 w 5061562"/>
              <a:gd name="connsiteY49" fmla="*/ 2403988 h 3458505"/>
              <a:gd name="connsiteX50" fmla="*/ 3321056 w 5061562"/>
              <a:gd name="connsiteY50" fmla="*/ 2403525 h 3458505"/>
              <a:gd name="connsiteX51" fmla="*/ 3313274 w 5061562"/>
              <a:gd name="connsiteY51" fmla="*/ 2395050 h 3458505"/>
              <a:gd name="connsiteX52" fmla="*/ 3274468 w 5061562"/>
              <a:gd name="connsiteY52" fmla="*/ 2341165 h 3458505"/>
              <a:gd name="connsiteX53" fmla="*/ 3249293 w 5061562"/>
              <a:gd name="connsiteY53" fmla="*/ 2285637 h 3458505"/>
              <a:gd name="connsiteX54" fmla="*/ 3049416 w 5061562"/>
              <a:gd name="connsiteY54" fmla="*/ 1677449 h 3458505"/>
              <a:gd name="connsiteX55" fmla="*/ 2948867 w 5061562"/>
              <a:gd name="connsiteY55" fmla="*/ 1371506 h 3458505"/>
              <a:gd name="connsiteX56" fmla="*/ 2855591 w 5061562"/>
              <a:gd name="connsiteY56" fmla="*/ 1679761 h 3458505"/>
              <a:gd name="connsiteX57" fmla="*/ 2475672 w 5061562"/>
              <a:gd name="connsiteY57" fmla="*/ 2935074 h 3458505"/>
              <a:gd name="connsiteX58" fmla="*/ 2411640 w 5061562"/>
              <a:gd name="connsiteY58" fmla="*/ 3146039 h 3458505"/>
              <a:gd name="connsiteX59" fmla="*/ 2129575 w 5061562"/>
              <a:gd name="connsiteY59" fmla="*/ 3355720 h 3458505"/>
              <a:gd name="connsiteX60" fmla="*/ 2043928 w 5061562"/>
              <a:gd name="connsiteY60" fmla="*/ 3342673 h 3458505"/>
              <a:gd name="connsiteX61" fmla="*/ 1906862 w 5061562"/>
              <a:gd name="connsiteY61" fmla="*/ 3250931 h 3458505"/>
              <a:gd name="connsiteX62" fmla="*/ 1308248 w 5061562"/>
              <a:gd name="connsiteY62" fmla="*/ 2550795 h 3458505"/>
              <a:gd name="connsiteX63" fmla="*/ 1277834 w 5061562"/>
              <a:gd name="connsiteY63" fmla="*/ 2515198 h 3458505"/>
              <a:gd name="connsiteX64" fmla="*/ 409717 w 5061562"/>
              <a:gd name="connsiteY64" fmla="*/ 2515198 h 3458505"/>
              <a:gd name="connsiteX65" fmla="*/ 102425 w 5061562"/>
              <a:gd name="connsiteY65" fmla="*/ 2240280 h 3458505"/>
              <a:gd name="connsiteX66" fmla="*/ 180952 w 5061562"/>
              <a:gd name="connsiteY66" fmla="*/ 2016473 h 3458505"/>
              <a:gd name="connsiteX67" fmla="*/ 395171 w 5061562"/>
              <a:gd name="connsiteY67" fmla="*/ 1921957 h 3458505"/>
              <a:gd name="connsiteX68" fmla="*/ 1375382 w 5061562"/>
              <a:gd name="connsiteY68" fmla="*/ 1921957 h 3458505"/>
              <a:gd name="connsiteX69" fmla="*/ 1658770 w 5061562"/>
              <a:gd name="connsiteY69" fmla="*/ 2053098 h 3458505"/>
              <a:gd name="connsiteX70" fmla="*/ 1885603 w 5061562"/>
              <a:gd name="connsiteY70" fmla="*/ 2318821 h 3458505"/>
              <a:gd name="connsiteX71" fmla="*/ 2005631 w 5061562"/>
              <a:gd name="connsiteY71" fmla="*/ 2459413 h 3458505"/>
              <a:gd name="connsiteX72" fmla="*/ 2059847 w 5061562"/>
              <a:gd name="connsiteY72" fmla="*/ 2282042 h 3458505"/>
              <a:gd name="connsiteX73" fmla="*/ 2093973 w 5061562"/>
              <a:gd name="connsiteY73" fmla="*/ 2170472 h 3458505"/>
              <a:gd name="connsiteX74" fmla="*/ 2258350 w 5061562"/>
              <a:gd name="connsiteY74" fmla="*/ 1630294 h 3458505"/>
              <a:gd name="connsiteX75" fmla="*/ 2657087 w 5061562"/>
              <a:gd name="connsiteY75" fmla="*/ 306046 h 3458505"/>
              <a:gd name="connsiteX76" fmla="*/ 2657494 w 5061562"/>
              <a:gd name="connsiteY76" fmla="*/ 304659 h 3458505"/>
              <a:gd name="connsiteX77" fmla="*/ 2657901 w 5061562"/>
              <a:gd name="connsiteY77" fmla="*/ 303221 h 3458505"/>
              <a:gd name="connsiteX78" fmla="*/ 2937831 w 5061562"/>
              <a:gd name="connsiteY78" fmla="*/ 102735 h 3458505"/>
              <a:gd name="connsiteX79" fmla="*/ 2937780 w 5061562"/>
              <a:gd name="connsiteY79" fmla="*/ 0 h 3458505"/>
              <a:gd name="connsiteX80" fmla="*/ 2559743 w 5061562"/>
              <a:gd name="connsiteY80" fmla="*/ 276150 h 3458505"/>
              <a:gd name="connsiteX81" fmla="*/ 2161006 w 5061562"/>
              <a:gd name="connsiteY81" fmla="*/ 1600398 h 3458505"/>
              <a:gd name="connsiteX82" fmla="*/ 1996730 w 5061562"/>
              <a:gd name="connsiteY82" fmla="*/ 2140268 h 3458505"/>
              <a:gd name="connsiteX83" fmla="*/ 1962654 w 5061562"/>
              <a:gd name="connsiteY83" fmla="*/ 2251735 h 3458505"/>
              <a:gd name="connsiteX84" fmla="*/ 1735822 w 5061562"/>
              <a:gd name="connsiteY84" fmla="*/ 1986012 h 3458505"/>
              <a:gd name="connsiteX85" fmla="*/ 1375433 w 5061562"/>
              <a:gd name="connsiteY85" fmla="*/ 1819223 h 3458505"/>
              <a:gd name="connsiteX86" fmla="*/ 395171 w 5061562"/>
              <a:gd name="connsiteY86" fmla="*/ 1819223 h 3458505"/>
              <a:gd name="connsiteX87" fmla="*/ 394256 w 5061562"/>
              <a:gd name="connsiteY87" fmla="*/ 1819223 h 3458505"/>
              <a:gd name="connsiteX88" fmla="*/ 1012 w 5061562"/>
              <a:gd name="connsiteY88" fmla="*/ 2247574 h 3458505"/>
              <a:gd name="connsiteX89" fmla="*/ 409768 w 5061562"/>
              <a:gd name="connsiteY89" fmla="*/ 2617984 h 3458505"/>
              <a:gd name="connsiteX90" fmla="*/ 1231349 w 5061562"/>
              <a:gd name="connsiteY90" fmla="*/ 2617984 h 3458505"/>
              <a:gd name="connsiteX91" fmla="*/ 1829963 w 5061562"/>
              <a:gd name="connsiteY91" fmla="*/ 3318119 h 3458505"/>
              <a:gd name="connsiteX92" fmla="*/ 2014073 w 5061562"/>
              <a:gd name="connsiteY92" fmla="*/ 3440887 h 3458505"/>
              <a:gd name="connsiteX93" fmla="*/ 2129676 w 5061562"/>
              <a:gd name="connsiteY93" fmla="*/ 3458506 h 3458505"/>
              <a:gd name="connsiteX94" fmla="*/ 2508934 w 5061562"/>
              <a:gd name="connsiteY94" fmla="*/ 3176346 h 3458505"/>
              <a:gd name="connsiteX95" fmla="*/ 2573017 w 5061562"/>
              <a:gd name="connsiteY95" fmla="*/ 2965226 h 3458505"/>
              <a:gd name="connsiteX96" fmla="*/ 2952936 w 5061562"/>
              <a:gd name="connsiteY96" fmla="*/ 1709810 h 3458505"/>
              <a:gd name="connsiteX97" fmla="*/ 3152813 w 5061562"/>
              <a:gd name="connsiteY97" fmla="*/ 2317999 h 3458505"/>
              <a:gd name="connsiteX98" fmla="*/ 3187906 w 5061562"/>
              <a:gd name="connsiteY98" fmla="*/ 2395050 h 3458505"/>
              <a:gd name="connsiteX99" fmla="*/ 3238765 w 5061562"/>
              <a:gd name="connsiteY99" fmla="*/ 2464909 h 3458505"/>
              <a:gd name="connsiteX100" fmla="*/ 3240799 w 5061562"/>
              <a:gd name="connsiteY100" fmla="*/ 2467477 h 3458505"/>
              <a:gd name="connsiteX101" fmla="*/ 3247411 w 5061562"/>
              <a:gd name="connsiteY101" fmla="*/ 2474669 h 3458505"/>
              <a:gd name="connsiteX102" fmla="*/ 3256566 w 5061562"/>
              <a:gd name="connsiteY102" fmla="*/ 2482888 h 3458505"/>
              <a:gd name="connsiteX103" fmla="*/ 3257583 w 5061562"/>
              <a:gd name="connsiteY103" fmla="*/ 2483915 h 3458505"/>
              <a:gd name="connsiteX104" fmla="*/ 3473226 w 5061562"/>
              <a:gd name="connsiteY104" fmla="*/ 2589732 h 3458505"/>
              <a:gd name="connsiteX105" fmla="*/ 3478821 w 5061562"/>
              <a:gd name="connsiteY105" fmla="*/ 2590245 h 3458505"/>
              <a:gd name="connsiteX106" fmla="*/ 3486958 w 5061562"/>
              <a:gd name="connsiteY106" fmla="*/ 2591273 h 3458505"/>
              <a:gd name="connsiteX107" fmla="*/ 3529171 w 5061562"/>
              <a:gd name="connsiteY107" fmla="*/ 2593327 h 3458505"/>
              <a:gd name="connsiteX108" fmla="*/ 4666385 w 5061562"/>
              <a:gd name="connsiteY108" fmla="*/ 2593327 h 3458505"/>
              <a:gd name="connsiteX109" fmla="*/ 4998496 w 5061562"/>
              <a:gd name="connsiteY109" fmla="*/ 2409946 h 3458505"/>
              <a:gd name="connsiteX110" fmla="*/ 5036641 w 5061562"/>
              <a:gd name="connsiteY110" fmla="*/ 2332895 h 3458505"/>
              <a:gd name="connsiteX111" fmla="*/ 5038167 w 5061562"/>
              <a:gd name="connsiteY111" fmla="*/ 2329813 h 3458505"/>
              <a:gd name="connsiteX112" fmla="*/ 5041727 w 5061562"/>
              <a:gd name="connsiteY112" fmla="*/ 2320054 h 3458505"/>
              <a:gd name="connsiteX113" fmla="*/ 5044779 w 5061562"/>
              <a:gd name="connsiteY113" fmla="*/ 2308239 h 3458505"/>
              <a:gd name="connsiteX114" fmla="*/ 5045287 w 5061562"/>
              <a:gd name="connsiteY114" fmla="*/ 2306698 h 3458505"/>
              <a:gd name="connsiteX115" fmla="*/ 5061054 w 5061562"/>
              <a:gd name="connsiteY115" fmla="*/ 2212182 h 3458505"/>
              <a:gd name="connsiteX116" fmla="*/ 5061562 w 5061562"/>
              <a:gd name="connsiteY116" fmla="*/ 2186499 h 3458505"/>
              <a:gd name="connsiteX117" fmla="*/ 5061054 w 5061562"/>
              <a:gd name="connsiteY117" fmla="*/ 2180335 h 3458505"/>
              <a:gd name="connsiteX118" fmla="*/ 5059528 w 5061562"/>
              <a:gd name="connsiteY118" fmla="*/ 2155165 h 3458505"/>
              <a:gd name="connsiteX119" fmla="*/ 5056476 w 5061562"/>
              <a:gd name="connsiteY119" fmla="*/ 2128967 h 3458505"/>
              <a:gd name="connsiteX120" fmla="*/ 5054950 w 5061562"/>
              <a:gd name="connsiteY120" fmla="*/ 2122803 h 3458505"/>
              <a:gd name="connsiteX121" fmla="*/ 5053882 w 5061562"/>
              <a:gd name="connsiteY121" fmla="*/ 2116125 h 3458505"/>
              <a:gd name="connsiteX122" fmla="*/ 5050831 w 5061562"/>
              <a:gd name="connsiteY122" fmla="*/ 2101229 h 3458505"/>
              <a:gd name="connsiteX123" fmla="*/ 5049814 w 5061562"/>
              <a:gd name="connsiteY123" fmla="*/ 2097120 h 3458505"/>
              <a:gd name="connsiteX124" fmla="*/ 5043710 w 5061562"/>
              <a:gd name="connsiteY124" fmla="*/ 2075032 h 3458505"/>
              <a:gd name="connsiteX125" fmla="*/ 5040659 w 5061562"/>
              <a:gd name="connsiteY125" fmla="*/ 2065272 h 3458505"/>
              <a:gd name="connsiteX126" fmla="*/ 5038625 w 5061562"/>
              <a:gd name="connsiteY126" fmla="*/ 2059622 h 3458505"/>
              <a:gd name="connsiteX127" fmla="*/ 5028961 w 5061562"/>
              <a:gd name="connsiteY127" fmla="*/ 2035993 h 3458505"/>
              <a:gd name="connsiteX128" fmla="*/ 5025910 w 5061562"/>
              <a:gd name="connsiteY128" fmla="*/ 2027774 h 3458505"/>
              <a:gd name="connsiteX129" fmla="*/ 4824507 w 5061562"/>
              <a:gd name="connsiteY129" fmla="*/ 1827955 h 3458505"/>
              <a:gd name="connsiteX130" fmla="*/ 4816878 w 5061562"/>
              <a:gd name="connsiteY130" fmla="*/ 1824873 h 3458505"/>
              <a:gd name="connsiteX131" fmla="*/ 4812809 w 5061562"/>
              <a:gd name="connsiteY131" fmla="*/ 1822818 h 3458505"/>
              <a:gd name="connsiteX132" fmla="*/ 4704479 w 5061562"/>
              <a:gd name="connsiteY132" fmla="*/ 1796621 h 3458505"/>
              <a:gd name="connsiteX133" fmla="*/ 4667860 w 5061562"/>
              <a:gd name="connsiteY133" fmla="*/ 1795080 h 3458505"/>
              <a:gd name="connsiteX134" fmla="*/ 4630733 w 5061562"/>
              <a:gd name="connsiteY134" fmla="*/ 1796107 h 3458505"/>
              <a:gd name="connsiteX135" fmla="*/ 4666335 w 5061562"/>
              <a:gd name="connsiteY135" fmla="*/ 1794566 h 3458505"/>
              <a:gd name="connsiteX136" fmla="*/ 3814441 w 5061562"/>
              <a:gd name="connsiteY136" fmla="*/ 1794566 h 3458505"/>
              <a:gd name="connsiteX137" fmla="*/ 3313986 w 5061562"/>
              <a:gd name="connsiteY137" fmla="*/ 270500 h 3458505"/>
              <a:gd name="connsiteX138" fmla="*/ 2937831 w 5061562"/>
              <a:gd name="connsiteY138" fmla="*/ 0 h 3458505"/>
              <a:gd name="connsiteX139" fmla="*/ 2937831 w 5061562"/>
              <a:gd name="connsiteY139" fmla="*/ 0 h 3458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</a:cxnLst>
            <a:rect l="l" t="t" r="r" b="b"/>
            <a:pathLst>
              <a:path w="5061562" h="3458505">
                <a:moveTo>
                  <a:pt x="2937780" y="102735"/>
                </a:moveTo>
                <a:cubicBezTo>
                  <a:pt x="3040160" y="102735"/>
                  <a:pt x="3174530" y="154205"/>
                  <a:pt x="3216285" y="299163"/>
                </a:cubicBezTo>
                <a:lnTo>
                  <a:pt x="3216794" y="301012"/>
                </a:lnTo>
                <a:lnTo>
                  <a:pt x="3217404" y="302810"/>
                </a:lnTo>
                <a:lnTo>
                  <a:pt x="3717859" y="1826876"/>
                </a:lnTo>
                <a:lnTo>
                  <a:pt x="3741000" y="1897250"/>
                </a:lnTo>
                <a:lnTo>
                  <a:pt x="4634955" y="1897250"/>
                </a:lnTo>
                <a:lnTo>
                  <a:pt x="4635056" y="1898688"/>
                </a:lnTo>
                <a:cubicBezTo>
                  <a:pt x="4645380" y="1898225"/>
                  <a:pt x="4656620" y="1897763"/>
                  <a:pt x="4667860" y="1897763"/>
                </a:cubicBezTo>
                <a:cubicBezTo>
                  <a:pt x="4677015" y="1897763"/>
                  <a:pt x="4686526" y="1898174"/>
                  <a:pt x="4694612" y="1898842"/>
                </a:cubicBezTo>
                <a:cubicBezTo>
                  <a:pt x="4719482" y="1901308"/>
                  <a:pt x="4745421" y="1907420"/>
                  <a:pt x="4771817" y="1917026"/>
                </a:cubicBezTo>
                <a:cubicBezTo>
                  <a:pt x="4772325" y="1917283"/>
                  <a:pt x="4772834" y="1917488"/>
                  <a:pt x="4773291" y="1917694"/>
                </a:cubicBezTo>
                <a:lnTo>
                  <a:pt x="4783514" y="1922830"/>
                </a:lnTo>
                <a:lnTo>
                  <a:pt x="4787024" y="1923550"/>
                </a:lnTo>
                <a:cubicBezTo>
                  <a:pt x="4849072" y="1952572"/>
                  <a:pt x="4899728" y="2002398"/>
                  <a:pt x="4930650" y="2064758"/>
                </a:cubicBezTo>
                <a:lnTo>
                  <a:pt x="4931261" y="2068251"/>
                </a:lnTo>
                <a:lnTo>
                  <a:pt x="4937974" y="2081863"/>
                </a:lnTo>
                <a:cubicBezTo>
                  <a:pt x="4939398" y="2084689"/>
                  <a:pt x="4941127" y="2088952"/>
                  <a:pt x="4941890" y="2091366"/>
                </a:cubicBezTo>
                <a:cubicBezTo>
                  <a:pt x="4942704" y="2094089"/>
                  <a:pt x="4943772" y="2097325"/>
                  <a:pt x="4945196" y="2101024"/>
                </a:cubicBezTo>
                <a:lnTo>
                  <a:pt x="4945908" y="2103284"/>
                </a:lnTo>
                <a:lnTo>
                  <a:pt x="4947586" y="2108626"/>
                </a:lnTo>
                <a:lnTo>
                  <a:pt x="4948655" y="2111708"/>
                </a:lnTo>
                <a:cubicBezTo>
                  <a:pt x="4948960" y="2112530"/>
                  <a:pt x="4949163" y="2113403"/>
                  <a:pt x="4949417" y="2114276"/>
                </a:cubicBezTo>
                <a:cubicBezTo>
                  <a:pt x="4950129" y="2118899"/>
                  <a:pt x="4951146" y="2123522"/>
                  <a:pt x="4952418" y="2128043"/>
                </a:cubicBezTo>
                <a:lnTo>
                  <a:pt x="4952621" y="2129019"/>
                </a:lnTo>
                <a:lnTo>
                  <a:pt x="4953181" y="2131690"/>
                </a:lnTo>
                <a:lnTo>
                  <a:pt x="4953181" y="2135183"/>
                </a:lnTo>
                <a:lnTo>
                  <a:pt x="4956080" y="2147151"/>
                </a:lnTo>
                <a:lnTo>
                  <a:pt x="4956080" y="2147151"/>
                </a:lnTo>
                <a:cubicBezTo>
                  <a:pt x="4956894" y="2154394"/>
                  <a:pt x="4957707" y="2161329"/>
                  <a:pt x="4958521" y="2167904"/>
                </a:cubicBezTo>
                <a:cubicBezTo>
                  <a:pt x="4958826" y="2170575"/>
                  <a:pt x="4958826" y="2173400"/>
                  <a:pt x="4958928" y="2176122"/>
                </a:cubicBezTo>
                <a:lnTo>
                  <a:pt x="4959437" y="2186601"/>
                </a:lnTo>
                <a:lnTo>
                  <a:pt x="4959792" y="2192200"/>
                </a:lnTo>
                <a:cubicBezTo>
                  <a:pt x="4959792" y="2196772"/>
                  <a:pt x="4959792" y="2201292"/>
                  <a:pt x="4959487" y="2205607"/>
                </a:cubicBezTo>
                <a:lnTo>
                  <a:pt x="4959386" y="2207251"/>
                </a:lnTo>
                <a:lnTo>
                  <a:pt x="4959386" y="2208895"/>
                </a:lnTo>
                <a:cubicBezTo>
                  <a:pt x="4958623" y="2230726"/>
                  <a:pt x="4954808" y="2253173"/>
                  <a:pt x="4947993" y="2276494"/>
                </a:cubicBezTo>
                <a:lnTo>
                  <a:pt x="4945044" y="2285637"/>
                </a:lnTo>
                <a:lnTo>
                  <a:pt x="4944789" y="2287538"/>
                </a:lnTo>
                <a:lnTo>
                  <a:pt x="4941381" y="2296681"/>
                </a:lnTo>
                <a:cubicBezTo>
                  <a:pt x="4933753" y="2317126"/>
                  <a:pt x="4924089" y="2336645"/>
                  <a:pt x="4913104" y="2354007"/>
                </a:cubicBezTo>
                <a:cubicBezTo>
                  <a:pt x="4858125" y="2439534"/>
                  <a:pt x="4765866" y="2490593"/>
                  <a:pt x="4666335" y="2490593"/>
                </a:cubicBezTo>
                <a:lnTo>
                  <a:pt x="3529121" y="2490593"/>
                </a:lnTo>
                <a:cubicBezTo>
                  <a:pt x="3517881" y="2490593"/>
                  <a:pt x="3508472" y="2490182"/>
                  <a:pt x="3499775" y="2489309"/>
                </a:cubicBezTo>
                <a:cubicBezTo>
                  <a:pt x="3497842" y="2489052"/>
                  <a:pt x="3495808" y="2488795"/>
                  <a:pt x="3493723" y="2488589"/>
                </a:cubicBezTo>
                <a:lnTo>
                  <a:pt x="3487365" y="2487511"/>
                </a:lnTo>
                <a:lnTo>
                  <a:pt x="3484263" y="2487511"/>
                </a:lnTo>
                <a:cubicBezTo>
                  <a:pt x="3425215" y="2477751"/>
                  <a:pt x="3371050" y="2450680"/>
                  <a:pt x="3328430" y="2410254"/>
                </a:cubicBezTo>
                <a:lnTo>
                  <a:pt x="3325175" y="2406967"/>
                </a:lnTo>
                <a:lnTo>
                  <a:pt x="3321615" y="2403988"/>
                </a:lnTo>
                <a:lnTo>
                  <a:pt x="3321056" y="2403525"/>
                </a:lnTo>
                <a:lnTo>
                  <a:pt x="3313274" y="2395050"/>
                </a:lnTo>
                <a:cubicBezTo>
                  <a:pt x="3299593" y="2380153"/>
                  <a:pt x="3286929" y="2362740"/>
                  <a:pt x="3274468" y="2341165"/>
                </a:cubicBezTo>
                <a:cubicBezTo>
                  <a:pt x="3264042" y="2324111"/>
                  <a:pt x="3255701" y="2305773"/>
                  <a:pt x="3249293" y="2285637"/>
                </a:cubicBezTo>
                <a:lnTo>
                  <a:pt x="3049416" y="1677449"/>
                </a:lnTo>
                <a:lnTo>
                  <a:pt x="2948867" y="1371506"/>
                </a:lnTo>
                <a:lnTo>
                  <a:pt x="2855591" y="1679761"/>
                </a:lnTo>
                <a:lnTo>
                  <a:pt x="2475672" y="2935074"/>
                </a:lnTo>
                <a:lnTo>
                  <a:pt x="2411640" y="3146039"/>
                </a:lnTo>
                <a:cubicBezTo>
                  <a:pt x="2373954" y="3269474"/>
                  <a:pt x="2257994" y="3355720"/>
                  <a:pt x="2129575" y="3355720"/>
                </a:cubicBezTo>
                <a:cubicBezTo>
                  <a:pt x="2100636" y="3355720"/>
                  <a:pt x="2071799" y="3351302"/>
                  <a:pt x="2043928" y="3342673"/>
                </a:cubicBezTo>
                <a:cubicBezTo>
                  <a:pt x="1991034" y="3326184"/>
                  <a:pt x="1943735" y="3294644"/>
                  <a:pt x="1906862" y="3250931"/>
                </a:cubicBezTo>
                <a:lnTo>
                  <a:pt x="1308248" y="2550795"/>
                </a:lnTo>
                <a:lnTo>
                  <a:pt x="1277834" y="2515198"/>
                </a:lnTo>
                <a:lnTo>
                  <a:pt x="409717" y="2515198"/>
                </a:lnTo>
                <a:cubicBezTo>
                  <a:pt x="248239" y="2515198"/>
                  <a:pt x="113258" y="2394433"/>
                  <a:pt x="102425" y="2240280"/>
                </a:cubicBezTo>
                <a:cubicBezTo>
                  <a:pt x="96576" y="2157168"/>
                  <a:pt x="124498" y="2077651"/>
                  <a:pt x="180952" y="2016473"/>
                </a:cubicBezTo>
                <a:cubicBezTo>
                  <a:pt x="236388" y="1956373"/>
                  <a:pt x="314101" y="1921957"/>
                  <a:pt x="395171" y="1921957"/>
                </a:cubicBezTo>
                <a:lnTo>
                  <a:pt x="1375382" y="1921957"/>
                </a:lnTo>
                <a:cubicBezTo>
                  <a:pt x="1484323" y="1921957"/>
                  <a:pt x="1587618" y="1969729"/>
                  <a:pt x="1658770" y="2053098"/>
                </a:cubicBezTo>
                <a:lnTo>
                  <a:pt x="1885603" y="2318821"/>
                </a:lnTo>
                <a:lnTo>
                  <a:pt x="2005631" y="2459413"/>
                </a:lnTo>
                <a:lnTo>
                  <a:pt x="2059847" y="2282042"/>
                </a:lnTo>
                <a:lnTo>
                  <a:pt x="2093973" y="2170472"/>
                </a:lnTo>
                <a:lnTo>
                  <a:pt x="2258350" y="1630294"/>
                </a:lnTo>
                <a:lnTo>
                  <a:pt x="2657087" y="306046"/>
                </a:lnTo>
                <a:lnTo>
                  <a:pt x="2657494" y="304659"/>
                </a:lnTo>
                <a:lnTo>
                  <a:pt x="2657901" y="303221"/>
                </a:lnTo>
                <a:cubicBezTo>
                  <a:pt x="2697927" y="155283"/>
                  <a:pt x="2833671" y="102735"/>
                  <a:pt x="2937831" y="102735"/>
                </a:cubicBezTo>
                <a:moveTo>
                  <a:pt x="2937780" y="0"/>
                </a:moveTo>
                <a:cubicBezTo>
                  <a:pt x="2773606" y="0"/>
                  <a:pt x="2609432" y="92307"/>
                  <a:pt x="2559743" y="276150"/>
                </a:cubicBezTo>
                <a:lnTo>
                  <a:pt x="2161006" y="1600398"/>
                </a:lnTo>
                <a:lnTo>
                  <a:pt x="1996730" y="2140268"/>
                </a:lnTo>
                <a:lnTo>
                  <a:pt x="1962654" y="2251735"/>
                </a:lnTo>
                <a:lnTo>
                  <a:pt x="1735822" y="1986012"/>
                </a:lnTo>
                <a:cubicBezTo>
                  <a:pt x="1645445" y="1880144"/>
                  <a:pt x="1513821" y="1819223"/>
                  <a:pt x="1375433" y="1819223"/>
                </a:cubicBezTo>
                <a:lnTo>
                  <a:pt x="395171" y="1819223"/>
                </a:lnTo>
                <a:cubicBezTo>
                  <a:pt x="394866" y="1819223"/>
                  <a:pt x="394561" y="1819223"/>
                  <a:pt x="394256" y="1819223"/>
                </a:cubicBezTo>
                <a:cubicBezTo>
                  <a:pt x="168135" y="1819223"/>
                  <a:pt x="-15314" y="2015240"/>
                  <a:pt x="1012" y="2247574"/>
                </a:cubicBezTo>
                <a:cubicBezTo>
                  <a:pt x="15863" y="2459002"/>
                  <a:pt x="199871" y="2617984"/>
                  <a:pt x="409768" y="2617984"/>
                </a:cubicBezTo>
                <a:lnTo>
                  <a:pt x="1231349" y="2617984"/>
                </a:lnTo>
                <a:lnTo>
                  <a:pt x="1829963" y="3318119"/>
                </a:lnTo>
                <a:cubicBezTo>
                  <a:pt x="1877262" y="3374109"/>
                  <a:pt x="1939819" y="3417772"/>
                  <a:pt x="2014073" y="3440887"/>
                </a:cubicBezTo>
                <a:cubicBezTo>
                  <a:pt x="2052472" y="3452856"/>
                  <a:pt x="2091379" y="3458506"/>
                  <a:pt x="2129676" y="3458506"/>
                </a:cubicBezTo>
                <a:cubicBezTo>
                  <a:pt x="2298885" y="3458506"/>
                  <a:pt x="2456651" y="3347655"/>
                  <a:pt x="2508934" y="3176346"/>
                </a:cubicBezTo>
                <a:lnTo>
                  <a:pt x="2573017" y="2965226"/>
                </a:lnTo>
                <a:lnTo>
                  <a:pt x="2952936" y="1709810"/>
                </a:lnTo>
                <a:lnTo>
                  <a:pt x="3152813" y="2317999"/>
                </a:lnTo>
                <a:cubicBezTo>
                  <a:pt x="3161459" y="2345223"/>
                  <a:pt x="3173156" y="2370907"/>
                  <a:pt x="3187906" y="2395050"/>
                </a:cubicBezTo>
                <a:cubicBezTo>
                  <a:pt x="3202146" y="2419706"/>
                  <a:pt x="3218930" y="2443335"/>
                  <a:pt x="3238765" y="2464909"/>
                </a:cubicBezTo>
                <a:cubicBezTo>
                  <a:pt x="3239274" y="2465937"/>
                  <a:pt x="3239782" y="2466450"/>
                  <a:pt x="3240799" y="2467477"/>
                </a:cubicBezTo>
                <a:cubicBezTo>
                  <a:pt x="3242834" y="2469532"/>
                  <a:pt x="3245377" y="2472101"/>
                  <a:pt x="3247411" y="2474669"/>
                </a:cubicBezTo>
                <a:cubicBezTo>
                  <a:pt x="3250463" y="2477751"/>
                  <a:pt x="3253514" y="2480319"/>
                  <a:pt x="3256566" y="2482888"/>
                </a:cubicBezTo>
                <a:lnTo>
                  <a:pt x="3257583" y="2483915"/>
                </a:lnTo>
                <a:cubicBezTo>
                  <a:pt x="3317088" y="2540419"/>
                  <a:pt x="3391852" y="2577403"/>
                  <a:pt x="3473226" y="2589732"/>
                </a:cubicBezTo>
                <a:cubicBezTo>
                  <a:pt x="3475261" y="2589732"/>
                  <a:pt x="3477295" y="2590245"/>
                  <a:pt x="3478821" y="2590245"/>
                </a:cubicBezTo>
                <a:cubicBezTo>
                  <a:pt x="3481872" y="2590759"/>
                  <a:pt x="3484415" y="2590759"/>
                  <a:pt x="3486958" y="2591273"/>
                </a:cubicBezTo>
                <a:cubicBezTo>
                  <a:pt x="3501199" y="2592814"/>
                  <a:pt x="3514931" y="2593327"/>
                  <a:pt x="3529171" y="2593327"/>
                </a:cubicBezTo>
                <a:lnTo>
                  <a:pt x="4666385" y="2593327"/>
                </a:lnTo>
                <a:cubicBezTo>
                  <a:pt x="4805231" y="2593327"/>
                  <a:pt x="4927802" y="2519872"/>
                  <a:pt x="4998496" y="2409946"/>
                </a:cubicBezTo>
                <a:cubicBezTo>
                  <a:pt x="5013754" y="2385804"/>
                  <a:pt x="5026469" y="2360120"/>
                  <a:pt x="5036641" y="2332895"/>
                </a:cubicBezTo>
                <a:cubicBezTo>
                  <a:pt x="5037658" y="2331868"/>
                  <a:pt x="5037658" y="2330841"/>
                  <a:pt x="5038167" y="2329813"/>
                </a:cubicBezTo>
                <a:cubicBezTo>
                  <a:pt x="5039184" y="2326731"/>
                  <a:pt x="5040201" y="2323136"/>
                  <a:pt x="5041727" y="2320054"/>
                </a:cubicBezTo>
                <a:cubicBezTo>
                  <a:pt x="5042744" y="2316458"/>
                  <a:pt x="5044270" y="2312348"/>
                  <a:pt x="5044779" y="2308239"/>
                </a:cubicBezTo>
                <a:lnTo>
                  <a:pt x="5045287" y="2306698"/>
                </a:lnTo>
                <a:cubicBezTo>
                  <a:pt x="5054442" y="2275364"/>
                  <a:pt x="5060036" y="2244030"/>
                  <a:pt x="5061054" y="2212182"/>
                </a:cubicBezTo>
                <a:cubicBezTo>
                  <a:pt x="5061562" y="2203963"/>
                  <a:pt x="5061562" y="2195231"/>
                  <a:pt x="5061562" y="2186499"/>
                </a:cubicBezTo>
                <a:cubicBezTo>
                  <a:pt x="5061054" y="2184444"/>
                  <a:pt x="5061562" y="2182389"/>
                  <a:pt x="5061054" y="2180335"/>
                </a:cubicBezTo>
                <a:cubicBezTo>
                  <a:pt x="5060545" y="2172116"/>
                  <a:pt x="5060545" y="2163383"/>
                  <a:pt x="5059528" y="2155165"/>
                </a:cubicBezTo>
                <a:cubicBezTo>
                  <a:pt x="5058510" y="2146946"/>
                  <a:pt x="5057493" y="2138213"/>
                  <a:pt x="5056476" y="2128967"/>
                </a:cubicBezTo>
                <a:cubicBezTo>
                  <a:pt x="5055968" y="2126913"/>
                  <a:pt x="5055459" y="2124858"/>
                  <a:pt x="5054950" y="2122803"/>
                </a:cubicBezTo>
                <a:cubicBezTo>
                  <a:pt x="5054950" y="2120749"/>
                  <a:pt x="5054442" y="2118180"/>
                  <a:pt x="5053882" y="2116125"/>
                </a:cubicBezTo>
                <a:cubicBezTo>
                  <a:pt x="5052865" y="2110989"/>
                  <a:pt x="5051848" y="2106366"/>
                  <a:pt x="5050831" y="2101229"/>
                </a:cubicBezTo>
                <a:cubicBezTo>
                  <a:pt x="5050322" y="2100202"/>
                  <a:pt x="5049814" y="2098661"/>
                  <a:pt x="5049814" y="2097120"/>
                </a:cubicBezTo>
                <a:cubicBezTo>
                  <a:pt x="5048288" y="2089414"/>
                  <a:pt x="5046253" y="2081709"/>
                  <a:pt x="5043710" y="2075032"/>
                </a:cubicBezTo>
                <a:cubicBezTo>
                  <a:pt x="5042693" y="2071436"/>
                  <a:pt x="5041676" y="2068354"/>
                  <a:pt x="5040659" y="2065272"/>
                </a:cubicBezTo>
                <a:cubicBezTo>
                  <a:pt x="5039642" y="2063217"/>
                  <a:pt x="5039133" y="2061162"/>
                  <a:pt x="5038625" y="2059622"/>
                </a:cubicBezTo>
                <a:cubicBezTo>
                  <a:pt x="5036081" y="2051916"/>
                  <a:pt x="5032521" y="2043184"/>
                  <a:pt x="5028961" y="2035993"/>
                </a:cubicBezTo>
                <a:cubicBezTo>
                  <a:pt x="5028453" y="2032911"/>
                  <a:pt x="5027435" y="2030342"/>
                  <a:pt x="5025910" y="2027774"/>
                </a:cubicBezTo>
                <a:cubicBezTo>
                  <a:pt x="4984714" y="1939422"/>
                  <a:pt x="4913511" y="1868022"/>
                  <a:pt x="4824507" y="1827955"/>
                </a:cubicBezTo>
                <a:cubicBezTo>
                  <a:pt x="4821964" y="1827441"/>
                  <a:pt x="4819421" y="1825387"/>
                  <a:pt x="4816878" y="1824873"/>
                </a:cubicBezTo>
                <a:cubicBezTo>
                  <a:pt x="4815861" y="1824359"/>
                  <a:pt x="4814335" y="1823846"/>
                  <a:pt x="4812809" y="1822818"/>
                </a:cubicBezTo>
                <a:cubicBezTo>
                  <a:pt x="4777716" y="1809463"/>
                  <a:pt x="4741098" y="1800217"/>
                  <a:pt x="4704479" y="1796621"/>
                </a:cubicBezTo>
                <a:cubicBezTo>
                  <a:pt x="4691764" y="1795594"/>
                  <a:pt x="4679558" y="1795080"/>
                  <a:pt x="4667860" y="1795080"/>
                </a:cubicBezTo>
                <a:cubicBezTo>
                  <a:pt x="4655145" y="1795080"/>
                  <a:pt x="4642431" y="1795594"/>
                  <a:pt x="4630733" y="1796107"/>
                </a:cubicBezTo>
                <a:cubicBezTo>
                  <a:pt x="4642431" y="1795080"/>
                  <a:pt x="4654637" y="1794566"/>
                  <a:pt x="4666335" y="1794566"/>
                </a:cubicBezTo>
                <a:lnTo>
                  <a:pt x="3814441" y="1794566"/>
                </a:lnTo>
                <a:lnTo>
                  <a:pt x="3313986" y="270500"/>
                </a:lnTo>
                <a:cubicBezTo>
                  <a:pt x="3262008" y="89944"/>
                  <a:pt x="3099919" y="0"/>
                  <a:pt x="2937831" y="0"/>
                </a:cubicBezTo>
                <a:lnTo>
                  <a:pt x="2937831" y="0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50768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EE242DCA-FF15-148C-4EEB-1ACF76959CEA}"/>
              </a:ext>
            </a:extLst>
          </p:cNvPr>
          <p:cNvSpPr/>
          <p:nvPr/>
        </p:nvSpPr>
        <p:spPr>
          <a:xfrm>
            <a:off x="9011999" y="1705551"/>
            <a:ext cx="41704" cy="66777"/>
          </a:xfrm>
          <a:custGeom>
            <a:avLst/>
            <a:gdLst>
              <a:gd name="connsiteX0" fmla="*/ 0 w 41704"/>
              <a:gd name="connsiteY0" fmla="*/ 0 h 66777"/>
              <a:gd name="connsiteX1" fmla="*/ 41705 w 41704"/>
              <a:gd name="connsiteY1" fmla="*/ 66777 h 66777"/>
              <a:gd name="connsiteX2" fmla="*/ 0 w 41704"/>
              <a:gd name="connsiteY2" fmla="*/ 0 h 66777"/>
              <a:gd name="connsiteX3" fmla="*/ 0 w 41704"/>
              <a:gd name="connsiteY3" fmla="*/ 0 h 66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704" h="66777">
                <a:moveTo>
                  <a:pt x="0" y="0"/>
                </a:moveTo>
                <a:cubicBezTo>
                  <a:pt x="16275" y="20547"/>
                  <a:pt x="30007" y="43149"/>
                  <a:pt x="41705" y="66777"/>
                </a:cubicBezTo>
                <a:cubicBezTo>
                  <a:pt x="30515" y="42635"/>
                  <a:pt x="16784" y="20547"/>
                  <a:pt x="0" y="0"/>
                </a:cubicBezTo>
                <a:lnTo>
                  <a:pt x="0" y="0"/>
                </a:lnTo>
                <a:close/>
              </a:path>
            </a:pathLst>
          </a:custGeo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50768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3FF363E9-24FB-ABA8-ECE7-B159E18E7984}"/>
              </a:ext>
            </a:extLst>
          </p:cNvPr>
          <p:cNvSpPr/>
          <p:nvPr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passionate</a:t>
            </a:r>
          </a:p>
        </p:txBody>
      </p:sp>
      <p:sp>
        <p:nvSpPr>
          <p:cNvPr id="6" name="Podtytuł 2">
            <a:extLst>
              <a:ext uri="{FF2B5EF4-FFF2-40B4-BE49-F238E27FC236}">
                <a16:creationId xmlns:a16="http://schemas.microsoft.com/office/drawing/2014/main" id="{4C11AC40-F365-C89E-1397-85B556E07865}"/>
              </a:ext>
            </a:extLst>
          </p:cNvPr>
          <p:cNvSpPr txBox="1">
            <a:spLocks/>
          </p:cNvSpPr>
          <p:nvPr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9" name="Graphic 18">
            <a:extLst>
              <a:ext uri="{FF2B5EF4-FFF2-40B4-BE49-F238E27FC236}">
                <a16:creationId xmlns:a16="http://schemas.microsoft.com/office/drawing/2014/main" id="{A67D6014-C462-0468-FE68-938BD518A38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2" name="Rechteck 1">
            <a:extLst>
              <a:ext uri="{FF2B5EF4-FFF2-40B4-BE49-F238E27FC236}">
                <a16:creationId xmlns:a16="http://schemas.microsoft.com/office/drawing/2014/main" id="{F450D835-337A-FC0B-7C63-CE908BC22F57}"/>
              </a:ext>
            </a:extLst>
          </p:cNvPr>
          <p:cNvSpPr/>
          <p:nvPr userDrawn="1"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passionate</a:t>
            </a:r>
          </a:p>
        </p:txBody>
      </p:sp>
      <p:sp>
        <p:nvSpPr>
          <p:cNvPr id="13" name="Podtytuł 2">
            <a:extLst>
              <a:ext uri="{FF2B5EF4-FFF2-40B4-BE49-F238E27FC236}">
                <a16:creationId xmlns:a16="http://schemas.microsoft.com/office/drawing/2014/main" id="{3E61D947-1995-1675-601C-89F7060F83B9}"/>
              </a:ext>
            </a:extLst>
          </p:cNvPr>
          <p:cNvSpPr txBox="1">
            <a:spLocks/>
          </p:cNvSpPr>
          <p:nvPr userDrawn="1"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15" name="Graphic 18">
            <a:extLst>
              <a:ext uri="{FF2B5EF4-FFF2-40B4-BE49-F238E27FC236}">
                <a16:creationId xmlns:a16="http://schemas.microsoft.com/office/drawing/2014/main" id="{C407528D-FF60-7F94-9E5E-6A1F823C87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9026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 are bol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FC7185AF-6968-EE7C-20AB-C22FBD7206D2}"/>
              </a:ext>
            </a:extLst>
          </p:cNvPr>
          <p:cNvSpPr/>
          <p:nvPr/>
        </p:nvSpPr>
        <p:spPr>
          <a:xfrm>
            <a:off x="418988" y="1167076"/>
            <a:ext cx="444240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2400" noProof="0">
                <a:solidFill>
                  <a:schemeClr val="accent2"/>
                </a:solidFill>
              </a:rPr>
              <a:t>Our values</a:t>
            </a:r>
            <a:endParaRPr lang="en-GB" sz="2400" noProof="0" dirty="0">
              <a:solidFill>
                <a:schemeClr val="accent2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4C93264-A6B1-F01C-F8A0-956F8884AFFD}"/>
              </a:ext>
            </a:extLst>
          </p:cNvPr>
          <p:cNvSpPr/>
          <p:nvPr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bold</a:t>
            </a:r>
          </a:p>
        </p:txBody>
      </p:sp>
      <p:sp>
        <p:nvSpPr>
          <p:cNvPr id="11" name="Rechteck 6">
            <a:extLst>
              <a:ext uri="{FF2B5EF4-FFF2-40B4-BE49-F238E27FC236}">
                <a16:creationId xmlns:a16="http://schemas.microsoft.com/office/drawing/2014/main" id="{F76051EC-0B5D-A3F9-4D72-B53B17CDC274}"/>
              </a:ext>
            </a:extLst>
          </p:cNvPr>
          <p:cNvSpPr/>
          <p:nvPr/>
        </p:nvSpPr>
        <p:spPr>
          <a:xfrm>
            <a:off x="418988" y="1167076"/>
            <a:ext cx="444240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2400" noProof="0" dirty="0">
                <a:solidFill>
                  <a:schemeClr val="tx1"/>
                </a:solidFill>
              </a:rPr>
              <a:t>Our values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66B0464-28C2-08AF-3803-9F1A6F409FA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512F6CEC-50E1-0737-8039-6191A38D10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34B78A1-1E98-4D0A-918E-FDF3FA825995}" type="datetime1">
              <a:rPr lang="en-GB" smtClean="0"/>
              <a:pPr/>
              <a:t>16/06/2026</a:t>
            </a:fld>
            <a:endParaRPr lang="en-GB" dirty="0"/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AA0D81E0-8CCA-19FB-7782-BBC2FD7CAE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7" name="Symbol zastępczy numeru slajdu 5">
            <a:extLst>
              <a:ext uri="{FF2B5EF4-FFF2-40B4-BE49-F238E27FC236}">
                <a16:creationId xmlns:a16="http://schemas.microsoft.com/office/drawing/2014/main" id="{FC5FE7FC-4A3E-B0D6-B037-E16DA0C72A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8E9E53B2-D7A1-7F8C-CA5C-1818A03593B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4" name="Podtytuł 2">
            <a:extLst>
              <a:ext uri="{FF2B5EF4-FFF2-40B4-BE49-F238E27FC236}">
                <a16:creationId xmlns:a16="http://schemas.microsoft.com/office/drawing/2014/main" id="{4038FFD2-36F9-537C-E513-1EBF3661E7D1}"/>
              </a:ext>
            </a:extLst>
          </p:cNvPr>
          <p:cNvSpPr txBox="1">
            <a:spLocks/>
          </p:cNvSpPr>
          <p:nvPr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B1A5579F-810D-1C98-34ED-A09FB31E32C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A29A6A9-05F6-B65A-4E29-7B1A751BDD48}"/>
              </a:ext>
            </a:extLst>
          </p:cNvPr>
          <p:cNvSpPr/>
          <p:nvPr/>
        </p:nvSpPr>
        <p:spPr>
          <a:xfrm>
            <a:off x="6528048" y="1484782"/>
            <a:ext cx="3693948" cy="3868783"/>
          </a:xfrm>
          <a:custGeom>
            <a:avLst/>
            <a:gdLst>
              <a:gd name="connsiteX0" fmla="*/ 1767345 w 3693948"/>
              <a:gd name="connsiteY0" fmla="*/ 116617 h 3868783"/>
              <a:gd name="connsiteX1" fmla="*/ 2009949 w 3693948"/>
              <a:gd name="connsiteY1" fmla="*/ 217142 h 3868783"/>
              <a:gd name="connsiteX2" fmla="*/ 3462554 w 3693948"/>
              <a:gd name="connsiteY2" fmla="*/ 1676026 h 3868783"/>
              <a:gd name="connsiteX3" fmla="*/ 3462612 w 3693948"/>
              <a:gd name="connsiteY3" fmla="*/ 1676026 h 3868783"/>
              <a:gd name="connsiteX4" fmla="*/ 3461509 w 3693948"/>
              <a:gd name="connsiteY4" fmla="*/ 1674627 h 3868783"/>
              <a:gd name="connsiteX5" fmla="*/ 3462612 w 3693948"/>
              <a:gd name="connsiteY5" fmla="*/ 1675910 h 3868783"/>
              <a:gd name="connsiteX6" fmla="*/ 3484625 w 3693948"/>
              <a:gd name="connsiteY6" fmla="*/ 1653811 h 3868783"/>
              <a:gd name="connsiteX7" fmla="*/ 3467665 w 3693948"/>
              <a:gd name="connsiteY7" fmla="*/ 1680866 h 3868783"/>
              <a:gd name="connsiteX8" fmla="*/ 3465342 w 3693948"/>
              <a:gd name="connsiteY8" fmla="*/ 1679058 h 3868783"/>
              <a:gd name="connsiteX9" fmla="*/ 3465632 w 3693948"/>
              <a:gd name="connsiteY9" fmla="*/ 1679408 h 3868783"/>
              <a:gd name="connsiteX10" fmla="*/ 3465284 w 3693948"/>
              <a:gd name="connsiteY10" fmla="*/ 1679000 h 3868783"/>
              <a:gd name="connsiteX11" fmla="*/ 3456804 w 3693948"/>
              <a:gd name="connsiteY11" fmla="*/ 1671128 h 3868783"/>
              <a:gd name="connsiteX12" fmla="*/ 3462496 w 3693948"/>
              <a:gd name="connsiteY12" fmla="*/ 1677134 h 3868783"/>
              <a:gd name="connsiteX13" fmla="*/ 3468769 w 3693948"/>
              <a:gd name="connsiteY13" fmla="*/ 1683023 h 3868783"/>
              <a:gd name="connsiteX14" fmla="*/ 3471092 w 3693948"/>
              <a:gd name="connsiteY14" fmla="*/ 1685764 h 3868783"/>
              <a:gd name="connsiteX15" fmla="*/ 3477307 w 3693948"/>
              <a:gd name="connsiteY15" fmla="*/ 1690836 h 3868783"/>
              <a:gd name="connsiteX16" fmla="*/ 3478236 w 3693948"/>
              <a:gd name="connsiteY16" fmla="*/ 1691769 h 3868783"/>
              <a:gd name="connsiteX17" fmla="*/ 3500017 w 3693948"/>
              <a:gd name="connsiteY17" fmla="*/ 1715385 h 3868783"/>
              <a:gd name="connsiteX18" fmla="*/ 3517557 w 3693948"/>
              <a:gd name="connsiteY18" fmla="*/ 1739058 h 3868783"/>
              <a:gd name="connsiteX19" fmla="*/ 3550256 w 3693948"/>
              <a:gd name="connsiteY19" fmla="*/ 1798241 h 3868783"/>
              <a:gd name="connsiteX20" fmla="*/ 3551476 w 3693948"/>
              <a:gd name="connsiteY20" fmla="*/ 1800865 h 3868783"/>
              <a:gd name="connsiteX21" fmla="*/ 3555019 w 3693948"/>
              <a:gd name="connsiteY21" fmla="*/ 1809728 h 3868783"/>
              <a:gd name="connsiteX22" fmla="*/ 3577729 w 3693948"/>
              <a:gd name="connsiteY22" fmla="*/ 1934567 h 3868783"/>
              <a:gd name="connsiteX23" fmla="*/ 3577380 w 3693948"/>
              <a:gd name="connsiteY23" fmla="*/ 1950135 h 3868783"/>
              <a:gd name="connsiteX24" fmla="*/ 3577380 w 3693948"/>
              <a:gd name="connsiteY24" fmla="*/ 1950135 h 3868783"/>
              <a:gd name="connsiteX25" fmla="*/ 3573663 w 3693948"/>
              <a:gd name="connsiteY25" fmla="*/ 1984538 h 3868783"/>
              <a:gd name="connsiteX26" fmla="*/ 3568610 w 3693948"/>
              <a:gd name="connsiteY26" fmla="*/ 2012934 h 3868783"/>
              <a:gd name="connsiteX27" fmla="*/ 3565299 w 3693948"/>
              <a:gd name="connsiteY27" fmla="*/ 2025762 h 3868783"/>
              <a:gd name="connsiteX28" fmla="*/ 3557052 w 3693948"/>
              <a:gd name="connsiteY28" fmla="*/ 2052992 h 3868783"/>
              <a:gd name="connsiteX29" fmla="*/ 3551709 w 3693948"/>
              <a:gd name="connsiteY29" fmla="*/ 2063721 h 3868783"/>
              <a:gd name="connsiteX30" fmla="*/ 3550605 w 3693948"/>
              <a:gd name="connsiteY30" fmla="*/ 2068269 h 3868783"/>
              <a:gd name="connsiteX31" fmla="*/ 3549327 w 3693948"/>
              <a:gd name="connsiteY31" fmla="*/ 2070834 h 3868783"/>
              <a:gd name="connsiteX32" fmla="*/ 3548398 w 3693948"/>
              <a:gd name="connsiteY32" fmla="*/ 2074625 h 3868783"/>
              <a:gd name="connsiteX33" fmla="*/ 3548282 w 3693948"/>
              <a:gd name="connsiteY33" fmla="*/ 2074974 h 3868783"/>
              <a:gd name="connsiteX34" fmla="*/ 3543461 w 3693948"/>
              <a:gd name="connsiteY34" fmla="*/ 2083487 h 3868783"/>
              <a:gd name="connsiteX35" fmla="*/ 3541544 w 3693948"/>
              <a:gd name="connsiteY35" fmla="*/ 2089202 h 3868783"/>
              <a:gd name="connsiteX36" fmla="*/ 3541022 w 3693948"/>
              <a:gd name="connsiteY36" fmla="*/ 2089960 h 3868783"/>
              <a:gd name="connsiteX37" fmla="*/ 3537769 w 3693948"/>
              <a:gd name="connsiteY37" fmla="*/ 2096432 h 3868783"/>
              <a:gd name="connsiteX38" fmla="*/ 3533297 w 3693948"/>
              <a:gd name="connsiteY38" fmla="*/ 2104945 h 3868783"/>
              <a:gd name="connsiteX39" fmla="*/ 3531264 w 3693948"/>
              <a:gd name="connsiteY39" fmla="*/ 2108210 h 3868783"/>
              <a:gd name="connsiteX40" fmla="*/ 3526966 w 3693948"/>
              <a:gd name="connsiteY40" fmla="*/ 2115033 h 3868783"/>
              <a:gd name="connsiteX41" fmla="*/ 3524817 w 3693948"/>
              <a:gd name="connsiteY41" fmla="*/ 2118006 h 3868783"/>
              <a:gd name="connsiteX42" fmla="*/ 3522842 w 3693948"/>
              <a:gd name="connsiteY42" fmla="*/ 2121155 h 3868783"/>
              <a:gd name="connsiteX43" fmla="*/ 3511400 w 3693948"/>
              <a:gd name="connsiteY43" fmla="*/ 2137598 h 3868783"/>
              <a:gd name="connsiteX44" fmla="*/ 3509077 w 3693948"/>
              <a:gd name="connsiteY44" fmla="*/ 2140513 h 3868783"/>
              <a:gd name="connsiteX45" fmla="*/ 3506928 w 3693948"/>
              <a:gd name="connsiteY45" fmla="*/ 2143604 h 3868783"/>
              <a:gd name="connsiteX46" fmla="*/ 3502572 w 3693948"/>
              <a:gd name="connsiteY46" fmla="*/ 2149260 h 3868783"/>
              <a:gd name="connsiteX47" fmla="*/ 3499494 w 3693948"/>
              <a:gd name="connsiteY47" fmla="*/ 2152700 h 3868783"/>
              <a:gd name="connsiteX48" fmla="*/ 3496706 w 3693948"/>
              <a:gd name="connsiteY48" fmla="*/ 2156373 h 3868783"/>
              <a:gd name="connsiteX49" fmla="*/ 3496474 w 3693948"/>
              <a:gd name="connsiteY49" fmla="*/ 2156665 h 3868783"/>
              <a:gd name="connsiteX50" fmla="*/ 3496183 w 3693948"/>
              <a:gd name="connsiteY50" fmla="*/ 2157015 h 3868783"/>
              <a:gd name="connsiteX51" fmla="*/ 3473473 w 3693948"/>
              <a:gd name="connsiteY51" fmla="*/ 2181096 h 3868783"/>
              <a:gd name="connsiteX52" fmla="*/ 3437173 w 3693948"/>
              <a:gd name="connsiteY52" fmla="*/ 2215615 h 3868783"/>
              <a:gd name="connsiteX53" fmla="*/ 3437173 w 3693948"/>
              <a:gd name="connsiteY53" fmla="*/ 2218647 h 3868783"/>
              <a:gd name="connsiteX54" fmla="*/ 2010472 w 3693948"/>
              <a:gd name="connsiteY54" fmla="*/ 3651526 h 3868783"/>
              <a:gd name="connsiteX55" fmla="*/ 1767345 w 3693948"/>
              <a:gd name="connsiteY55" fmla="*/ 3752050 h 3868783"/>
              <a:gd name="connsiteX56" fmla="*/ 1524102 w 3693948"/>
              <a:gd name="connsiteY56" fmla="*/ 3651351 h 3868783"/>
              <a:gd name="connsiteX57" fmla="*/ 1423680 w 3693948"/>
              <a:gd name="connsiteY57" fmla="*/ 3407621 h 3868783"/>
              <a:gd name="connsiteX58" fmla="*/ 1524219 w 3693948"/>
              <a:gd name="connsiteY58" fmla="*/ 3162782 h 3868783"/>
              <a:gd name="connsiteX59" fmla="*/ 2206089 w 3693948"/>
              <a:gd name="connsiteY59" fmla="*/ 2478821 h 3868783"/>
              <a:gd name="connsiteX60" fmla="*/ 2404610 w 3693948"/>
              <a:gd name="connsiteY60" fmla="*/ 2279696 h 3868783"/>
              <a:gd name="connsiteX61" fmla="*/ 460001 w 3693948"/>
              <a:gd name="connsiteY61" fmla="*/ 2279696 h 3868783"/>
              <a:gd name="connsiteX62" fmla="*/ 116162 w 3693948"/>
              <a:gd name="connsiteY62" fmla="*/ 1933926 h 3868783"/>
              <a:gd name="connsiteX63" fmla="*/ 460001 w 3693948"/>
              <a:gd name="connsiteY63" fmla="*/ 1588738 h 3868783"/>
              <a:gd name="connsiteX64" fmla="*/ 2404261 w 3693948"/>
              <a:gd name="connsiteY64" fmla="*/ 1588738 h 3868783"/>
              <a:gd name="connsiteX65" fmla="*/ 2206147 w 3693948"/>
              <a:gd name="connsiteY65" fmla="*/ 1389672 h 3868783"/>
              <a:gd name="connsiteX66" fmla="*/ 1524102 w 3693948"/>
              <a:gd name="connsiteY66" fmla="*/ 704369 h 3868783"/>
              <a:gd name="connsiteX67" fmla="*/ 1423680 w 3693948"/>
              <a:gd name="connsiteY67" fmla="*/ 460697 h 3868783"/>
              <a:gd name="connsiteX68" fmla="*/ 1524277 w 3693948"/>
              <a:gd name="connsiteY68" fmla="*/ 216908 h 3868783"/>
              <a:gd name="connsiteX69" fmla="*/ 1767345 w 3693948"/>
              <a:gd name="connsiteY69" fmla="*/ 116384 h 3868783"/>
              <a:gd name="connsiteX70" fmla="*/ 1767345 w 3693948"/>
              <a:gd name="connsiteY70" fmla="*/ 0 h 3868783"/>
              <a:gd name="connsiteX71" fmla="*/ 1442150 w 3693948"/>
              <a:gd name="connsiteY71" fmla="*/ 134693 h 3868783"/>
              <a:gd name="connsiteX72" fmla="*/ 1442150 w 3693948"/>
              <a:gd name="connsiteY72" fmla="*/ 787168 h 3868783"/>
              <a:gd name="connsiteX73" fmla="*/ 2124021 w 3693948"/>
              <a:gd name="connsiteY73" fmla="*/ 1472295 h 3868783"/>
              <a:gd name="connsiteX74" fmla="*/ 460001 w 3693948"/>
              <a:gd name="connsiteY74" fmla="*/ 1472295 h 3868783"/>
              <a:gd name="connsiteX75" fmla="*/ 0 w 3693948"/>
              <a:gd name="connsiteY75" fmla="*/ 1934100 h 3868783"/>
              <a:gd name="connsiteX76" fmla="*/ 460001 w 3693948"/>
              <a:gd name="connsiteY76" fmla="*/ 2396489 h 3868783"/>
              <a:gd name="connsiteX77" fmla="*/ 2124021 w 3693948"/>
              <a:gd name="connsiteY77" fmla="*/ 2396489 h 3868783"/>
              <a:gd name="connsiteX78" fmla="*/ 1442150 w 3693948"/>
              <a:gd name="connsiteY78" fmla="*/ 3080450 h 3868783"/>
              <a:gd name="connsiteX79" fmla="*/ 1442150 w 3693948"/>
              <a:gd name="connsiteY79" fmla="*/ 3734091 h 3868783"/>
              <a:gd name="connsiteX80" fmla="*/ 1767403 w 3693948"/>
              <a:gd name="connsiteY80" fmla="*/ 3868784 h 3868783"/>
              <a:gd name="connsiteX81" fmla="*/ 2092657 w 3693948"/>
              <a:gd name="connsiteY81" fmla="*/ 3734091 h 3868783"/>
              <a:gd name="connsiteX82" fmla="*/ 3554555 w 3693948"/>
              <a:gd name="connsiteY82" fmla="*/ 2265877 h 3868783"/>
              <a:gd name="connsiteX83" fmla="*/ 3552812 w 3693948"/>
              <a:gd name="connsiteY83" fmla="*/ 2267044 h 3868783"/>
              <a:gd name="connsiteX84" fmla="*/ 3553393 w 3693948"/>
              <a:gd name="connsiteY84" fmla="*/ 2265877 h 3868783"/>
              <a:gd name="connsiteX85" fmla="*/ 3584757 w 3693948"/>
              <a:gd name="connsiteY85" fmla="*/ 2232641 h 3868783"/>
              <a:gd name="connsiteX86" fmla="*/ 3589403 w 3693948"/>
              <a:gd name="connsiteY86" fmla="*/ 2226810 h 3868783"/>
              <a:gd name="connsiteX87" fmla="*/ 3602181 w 3693948"/>
              <a:gd name="connsiteY87" fmla="*/ 2210484 h 3868783"/>
              <a:gd name="connsiteX88" fmla="*/ 3621347 w 3693948"/>
              <a:gd name="connsiteY88" fmla="*/ 2183079 h 3868783"/>
              <a:gd name="connsiteX89" fmla="*/ 3630060 w 3693948"/>
              <a:gd name="connsiteY89" fmla="*/ 2169668 h 3868783"/>
              <a:gd name="connsiteX90" fmla="*/ 3630640 w 3693948"/>
              <a:gd name="connsiteY90" fmla="*/ 2169085 h 3868783"/>
              <a:gd name="connsiteX91" fmla="*/ 3641676 w 3693948"/>
              <a:gd name="connsiteY91" fmla="*/ 2148677 h 3868783"/>
              <a:gd name="connsiteX92" fmla="*/ 3647484 w 3693948"/>
              <a:gd name="connsiteY92" fmla="*/ 2138181 h 3868783"/>
              <a:gd name="connsiteX93" fmla="*/ 3649807 w 3693948"/>
              <a:gd name="connsiteY93" fmla="*/ 2131767 h 3868783"/>
              <a:gd name="connsiteX94" fmla="*/ 3656196 w 3693948"/>
              <a:gd name="connsiteY94" fmla="*/ 2118356 h 3868783"/>
              <a:gd name="connsiteX95" fmla="*/ 3659100 w 3693948"/>
              <a:gd name="connsiteY95" fmla="*/ 2111359 h 3868783"/>
              <a:gd name="connsiteX96" fmla="*/ 3661423 w 3693948"/>
              <a:gd name="connsiteY96" fmla="*/ 2104362 h 3868783"/>
              <a:gd name="connsiteX97" fmla="*/ 3663747 w 3693948"/>
              <a:gd name="connsiteY97" fmla="*/ 2100281 h 3868783"/>
              <a:gd name="connsiteX98" fmla="*/ 3665489 w 3693948"/>
              <a:gd name="connsiteY98" fmla="*/ 2095033 h 3868783"/>
              <a:gd name="connsiteX99" fmla="*/ 3677686 w 3693948"/>
              <a:gd name="connsiteY99" fmla="*/ 2055383 h 3868783"/>
              <a:gd name="connsiteX100" fmla="*/ 3678267 w 3693948"/>
              <a:gd name="connsiteY100" fmla="*/ 2054216 h 3868783"/>
              <a:gd name="connsiteX101" fmla="*/ 3685237 w 3693948"/>
              <a:gd name="connsiteY101" fmla="*/ 2022147 h 3868783"/>
              <a:gd name="connsiteX102" fmla="*/ 3688141 w 3693948"/>
              <a:gd name="connsiteY102" fmla="*/ 2006403 h 3868783"/>
              <a:gd name="connsiteX103" fmla="*/ 3688141 w 3693948"/>
              <a:gd name="connsiteY103" fmla="*/ 2004654 h 3868783"/>
              <a:gd name="connsiteX104" fmla="*/ 3692206 w 3693948"/>
              <a:gd name="connsiteY104" fmla="*/ 1975500 h 3868783"/>
              <a:gd name="connsiteX105" fmla="*/ 3692206 w 3693948"/>
              <a:gd name="connsiteY105" fmla="*/ 1973750 h 3868783"/>
              <a:gd name="connsiteX106" fmla="*/ 3693949 w 3693948"/>
              <a:gd name="connsiteY106" fmla="*/ 1934684 h 3868783"/>
              <a:gd name="connsiteX107" fmla="*/ 3662585 w 3693948"/>
              <a:gd name="connsiteY107" fmla="*/ 1765588 h 3868783"/>
              <a:gd name="connsiteX108" fmla="*/ 3659100 w 3693948"/>
              <a:gd name="connsiteY108" fmla="*/ 1756842 h 3868783"/>
              <a:gd name="connsiteX109" fmla="*/ 3656777 w 3693948"/>
              <a:gd name="connsiteY109" fmla="*/ 1751594 h 3868783"/>
              <a:gd name="connsiteX110" fmla="*/ 3613216 w 3693948"/>
              <a:gd name="connsiteY110" fmla="*/ 1672877 h 3868783"/>
              <a:gd name="connsiteX111" fmla="*/ 3589403 w 3693948"/>
              <a:gd name="connsiteY111" fmla="*/ 1640808 h 3868783"/>
              <a:gd name="connsiteX112" fmla="*/ 3560363 w 3693948"/>
              <a:gd name="connsiteY112" fmla="*/ 1609321 h 3868783"/>
              <a:gd name="connsiteX113" fmla="*/ 3552231 w 3693948"/>
              <a:gd name="connsiteY113" fmla="*/ 1601741 h 3868783"/>
              <a:gd name="connsiteX114" fmla="*/ 3544681 w 3693948"/>
              <a:gd name="connsiteY114" fmla="*/ 1594744 h 3868783"/>
              <a:gd name="connsiteX115" fmla="*/ 3538292 w 3693948"/>
              <a:gd name="connsiteY115" fmla="*/ 1588330 h 3868783"/>
              <a:gd name="connsiteX116" fmla="*/ 3544681 w 3693948"/>
              <a:gd name="connsiteY116" fmla="*/ 1593578 h 3868783"/>
              <a:gd name="connsiteX117" fmla="*/ 2092076 w 3693948"/>
              <a:gd name="connsiteY117" fmla="*/ 134693 h 3868783"/>
              <a:gd name="connsiteX118" fmla="*/ 1767345 w 3693948"/>
              <a:gd name="connsiteY118" fmla="*/ 0 h 3868783"/>
              <a:gd name="connsiteX119" fmla="*/ 1767345 w 3693948"/>
              <a:gd name="connsiteY119" fmla="*/ 0 h 3868783"/>
              <a:gd name="connsiteX120" fmla="*/ 3559782 w 3693948"/>
              <a:gd name="connsiteY120" fmla="*/ 2260630 h 3868783"/>
              <a:gd name="connsiteX121" fmla="*/ 3554555 w 3693948"/>
              <a:gd name="connsiteY121" fmla="*/ 2265877 h 3868783"/>
              <a:gd name="connsiteX122" fmla="*/ 3559782 w 3693948"/>
              <a:gd name="connsiteY122" fmla="*/ 2260630 h 3868783"/>
              <a:gd name="connsiteX123" fmla="*/ 3559782 w 3693948"/>
              <a:gd name="connsiteY123" fmla="*/ 2260630 h 3868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3693948" h="3868783">
                <a:moveTo>
                  <a:pt x="1767345" y="116617"/>
                </a:moveTo>
                <a:cubicBezTo>
                  <a:pt x="1859404" y="116617"/>
                  <a:pt x="1945538" y="152244"/>
                  <a:pt x="2009949" y="217142"/>
                </a:cubicBezTo>
                <a:lnTo>
                  <a:pt x="3462554" y="1676026"/>
                </a:lnTo>
                <a:lnTo>
                  <a:pt x="3462612" y="1676026"/>
                </a:lnTo>
                <a:cubicBezTo>
                  <a:pt x="3462264" y="1675501"/>
                  <a:pt x="3461915" y="1675093"/>
                  <a:pt x="3461509" y="1674627"/>
                </a:cubicBezTo>
                <a:lnTo>
                  <a:pt x="3462612" y="1675910"/>
                </a:lnTo>
                <a:lnTo>
                  <a:pt x="3484625" y="1653811"/>
                </a:lnTo>
                <a:lnTo>
                  <a:pt x="3467665" y="1680866"/>
                </a:lnTo>
                <a:cubicBezTo>
                  <a:pt x="3466910" y="1680283"/>
                  <a:pt x="3466097" y="1679641"/>
                  <a:pt x="3465342" y="1679058"/>
                </a:cubicBezTo>
                <a:lnTo>
                  <a:pt x="3465632" y="1679408"/>
                </a:lnTo>
                <a:cubicBezTo>
                  <a:pt x="3465632" y="1679408"/>
                  <a:pt x="3465400" y="1679117"/>
                  <a:pt x="3465284" y="1679000"/>
                </a:cubicBezTo>
                <a:cubicBezTo>
                  <a:pt x="3462206" y="1676493"/>
                  <a:pt x="3459360" y="1673927"/>
                  <a:pt x="3456804" y="1671128"/>
                </a:cubicBezTo>
                <a:cubicBezTo>
                  <a:pt x="3458605" y="1673111"/>
                  <a:pt x="3460463" y="1675093"/>
                  <a:pt x="3462496" y="1677134"/>
                </a:cubicBezTo>
                <a:lnTo>
                  <a:pt x="3468769" y="1683023"/>
                </a:lnTo>
                <a:lnTo>
                  <a:pt x="3471092" y="1685764"/>
                </a:lnTo>
                <a:lnTo>
                  <a:pt x="3477307" y="1690836"/>
                </a:lnTo>
                <a:lnTo>
                  <a:pt x="3478236" y="1691769"/>
                </a:lnTo>
                <a:cubicBezTo>
                  <a:pt x="3485845" y="1699350"/>
                  <a:pt x="3492640" y="1707046"/>
                  <a:pt x="3500017" y="1715385"/>
                </a:cubicBezTo>
                <a:cubicBezTo>
                  <a:pt x="3505941" y="1722965"/>
                  <a:pt x="3511807" y="1730661"/>
                  <a:pt x="3517557" y="1739058"/>
                </a:cubicBezTo>
                <a:cubicBezTo>
                  <a:pt x="3530102" y="1757309"/>
                  <a:pt x="3541138" y="1777192"/>
                  <a:pt x="3550256" y="1798241"/>
                </a:cubicBezTo>
                <a:lnTo>
                  <a:pt x="3551476" y="1800865"/>
                </a:lnTo>
                <a:cubicBezTo>
                  <a:pt x="3552638" y="1803897"/>
                  <a:pt x="3553799" y="1806929"/>
                  <a:pt x="3555019" y="1809728"/>
                </a:cubicBezTo>
                <a:cubicBezTo>
                  <a:pt x="3570062" y="1849553"/>
                  <a:pt x="3577729" y="1891535"/>
                  <a:pt x="3577729" y="1934567"/>
                </a:cubicBezTo>
                <a:cubicBezTo>
                  <a:pt x="3577729" y="1939698"/>
                  <a:pt x="3577613" y="1944888"/>
                  <a:pt x="3577380" y="1950135"/>
                </a:cubicBezTo>
                <a:lnTo>
                  <a:pt x="3577380" y="1950135"/>
                </a:lnTo>
                <a:cubicBezTo>
                  <a:pt x="3577380" y="1950135"/>
                  <a:pt x="3573663" y="1984538"/>
                  <a:pt x="3573663" y="1984538"/>
                </a:cubicBezTo>
                <a:lnTo>
                  <a:pt x="3568610" y="2012934"/>
                </a:lnTo>
                <a:lnTo>
                  <a:pt x="3565299" y="2025762"/>
                </a:lnTo>
                <a:cubicBezTo>
                  <a:pt x="3563034" y="2034450"/>
                  <a:pt x="3560479" y="2043080"/>
                  <a:pt x="3557052" y="2052992"/>
                </a:cubicBezTo>
                <a:lnTo>
                  <a:pt x="3551709" y="2063721"/>
                </a:lnTo>
                <a:lnTo>
                  <a:pt x="3550605" y="2068269"/>
                </a:lnTo>
                <a:lnTo>
                  <a:pt x="3549327" y="2070834"/>
                </a:lnTo>
                <a:lnTo>
                  <a:pt x="3548398" y="2074625"/>
                </a:lnTo>
                <a:lnTo>
                  <a:pt x="3548282" y="2074974"/>
                </a:lnTo>
                <a:lnTo>
                  <a:pt x="3543461" y="2083487"/>
                </a:lnTo>
                <a:lnTo>
                  <a:pt x="3541544" y="2089202"/>
                </a:lnTo>
                <a:lnTo>
                  <a:pt x="3541022" y="2089960"/>
                </a:lnTo>
                <a:lnTo>
                  <a:pt x="3537769" y="2096432"/>
                </a:lnTo>
                <a:cubicBezTo>
                  <a:pt x="3536317" y="2099348"/>
                  <a:pt x="3534865" y="2102146"/>
                  <a:pt x="3533297" y="2104945"/>
                </a:cubicBezTo>
                <a:lnTo>
                  <a:pt x="3531264" y="2108210"/>
                </a:lnTo>
                <a:cubicBezTo>
                  <a:pt x="3529812" y="2110543"/>
                  <a:pt x="3528360" y="2112933"/>
                  <a:pt x="3526966" y="2115033"/>
                </a:cubicBezTo>
                <a:lnTo>
                  <a:pt x="3524817" y="2118006"/>
                </a:lnTo>
                <a:lnTo>
                  <a:pt x="3522842" y="2121155"/>
                </a:lnTo>
                <a:cubicBezTo>
                  <a:pt x="3519358" y="2126753"/>
                  <a:pt x="3515582" y="2132350"/>
                  <a:pt x="3511400" y="2137598"/>
                </a:cubicBezTo>
                <a:lnTo>
                  <a:pt x="3509077" y="2140513"/>
                </a:lnTo>
                <a:lnTo>
                  <a:pt x="3506928" y="2143604"/>
                </a:lnTo>
                <a:cubicBezTo>
                  <a:pt x="3505534" y="2145645"/>
                  <a:pt x="3504140" y="2147452"/>
                  <a:pt x="3502572" y="2149260"/>
                </a:cubicBezTo>
                <a:lnTo>
                  <a:pt x="3499494" y="2152700"/>
                </a:lnTo>
                <a:lnTo>
                  <a:pt x="3496706" y="2156373"/>
                </a:lnTo>
                <a:lnTo>
                  <a:pt x="3496474" y="2156665"/>
                </a:lnTo>
                <a:lnTo>
                  <a:pt x="3496183" y="2157015"/>
                </a:lnTo>
                <a:cubicBezTo>
                  <a:pt x="3489039" y="2165411"/>
                  <a:pt x="3481431" y="2173516"/>
                  <a:pt x="3473473" y="2181096"/>
                </a:cubicBezTo>
                <a:lnTo>
                  <a:pt x="3437173" y="2215615"/>
                </a:lnTo>
                <a:lnTo>
                  <a:pt x="3437173" y="2218647"/>
                </a:lnTo>
                <a:lnTo>
                  <a:pt x="2010472" y="3651526"/>
                </a:lnTo>
                <a:cubicBezTo>
                  <a:pt x="1945886" y="3716365"/>
                  <a:pt x="1859520" y="3752050"/>
                  <a:pt x="1767345" y="3752050"/>
                </a:cubicBezTo>
                <a:cubicBezTo>
                  <a:pt x="1675171" y="3752050"/>
                  <a:pt x="1588805" y="3716365"/>
                  <a:pt x="1524102" y="3651351"/>
                </a:cubicBezTo>
                <a:cubicBezTo>
                  <a:pt x="1459400" y="3586628"/>
                  <a:pt x="1423738" y="3500040"/>
                  <a:pt x="1423680" y="3407621"/>
                </a:cubicBezTo>
                <a:cubicBezTo>
                  <a:pt x="1423622" y="3314910"/>
                  <a:pt x="1459342" y="3227913"/>
                  <a:pt x="1524219" y="3162782"/>
                </a:cubicBezTo>
                <a:lnTo>
                  <a:pt x="2206089" y="2478821"/>
                </a:lnTo>
                <a:lnTo>
                  <a:pt x="2404610" y="2279696"/>
                </a:lnTo>
                <a:lnTo>
                  <a:pt x="460001" y="2279696"/>
                </a:lnTo>
                <a:cubicBezTo>
                  <a:pt x="270367" y="2279696"/>
                  <a:pt x="116162" y="2124595"/>
                  <a:pt x="116162" y="1933926"/>
                </a:cubicBezTo>
                <a:cubicBezTo>
                  <a:pt x="116162" y="1743256"/>
                  <a:pt x="270425" y="1588738"/>
                  <a:pt x="460001" y="1588738"/>
                </a:cubicBezTo>
                <a:lnTo>
                  <a:pt x="2404261" y="1588738"/>
                </a:lnTo>
                <a:lnTo>
                  <a:pt x="2206147" y="1389672"/>
                </a:lnTo>
                <a:lnTo>
                  <a:pt x="1524102" y="704369"/>
                </a:lnTo>
                <a:cubicBezTo>
                  <a:pt x="1459342" y="639530"/>
                  <a:pt x="1423680" y="553000"/>
                  <a:pt x="1423680" y="460697"/>
                </a:cubicBezTo>
                <a:cubicBezTo>
                  <a:pt x="1423680" y="368395"/>
                  <a:pt x="1459342" y="281864"/>
                  <a:pt x="1524277" y="216908"/>
                </a:cubicBezTo>
                <a:cubicBezTo>
                  <a:pt x="1588863" y="152069"/>
                  <a:pt x="1675171" y="116384"/>
                  <a:pt x="1767345" y="116384"/>
                </a:cubicBezTo>
                <a:moveTo>
                  <a:pt x="1767345" y="0"/>
                </a:moveTo>
                <a:cubicBezTo>
                  <a:pt x="1649499" y="0"/>
                  <a:pt x="1531595" y="44898"/>
                  <a:pt x="1442150" y="134693"/>
                </a:cubicBezTo>
                <a:cubicBezTo>
                  <a:pt x="1262680" y="314284"/>
                  <a:pt x="1262680" y="607577"/>
                  <a:pt x="1442150" y="787168"/>
                </a:cubicBezTo>
                <a:lnTo>
                  <a:pt x="2124021" y="1472295"/>
                </a:lnTo>
                <a:lnTo>
                  <a:pt x="460001" y="1472295"/>
                </a:lnTo>
                <a:cubicBezTo>
                  <a:pt x="206768" y="1472295"/>
                  <a:pt x="0" y="1680458"/>
                  <a:pt x="0" y="1934100"/>
                </a:cubicBezTo>
                <a:cubicBezTo>
                  <a:pt x="0" y="2187744"/>
                  <a:pt x="206768" y="2396489"/>
                  <a:pt x="460001" y="2396489"/>
                </a:cubicBezTo>
                <a:lnTo>
                  <a:pt x="2124021" y="2396489"/>
                </a:lnTo>
                <a:lnTo>
                  <a:pt x="1442150" y="3080450"/>
                </a:lnTo>
                <a:cubicBezTo>
                  <a:pt x="1262680" y="3260624"/>
                  <a:pt x="1262680" y="3554500"/>
                  <a:pt x="1442150" y="3734091"/>
                </a:cubicBezTo>
                <a:cubicBezTo>
                  <a:pt x="1531595" y="3823887"/>
                  <a:pt x="1649499" y="3868784"/>
                  <a:pt x="1767403" y="3868784"/>
                </a:cubicBezTo>
                <a:cubicBezTo>
                  <a:pt x="1885308" y="3868784"/>
                  <a:pt x="2003212" y="3823887"/>
                  <a:pt x="2092657" y="3734091"/>
                </a:cubicBezTo>
                <a:lnTo>
                  <a:pt x="3554555" y="2265877"/>
                </a:lnTo>
                <a:cubicBezTo>
                  <a:pt x="3554032" y="2266285"/>
                  <a:pt x="3553451" y="2266694"/>
                  <a:pt x="3552812" y="2267044"/>
                </a:cubicBezTo>
                <a:cubicBezTo>
                  <a:pt x="3553201" y="2266653"/>
                  <a:pt x="3553393" y="2266268"/>
                  <a:pt x="3553393" y="2265877"/>
                </a:cubicBezTo>
                <a:cubicBezTo>
                  <a:pt x="3564428" y="2255382"/>
                  <a:pt x="3574883" y="2244303"/>
                  <a:pt x="3584757" y="2232641"/>
                </a:cubicBezTo>
                <a:cubicBezTo>
                  <a:pt x="3586499" y="2230892"/>
                  <a:pt x="3587661" y="2229143"/>
                  <a:pt x="3589403" y="2226810"/>
                </a:cubicBezTo>
                <a:cubicBezTo>
                  <a:pt x="3594050" y="2221563"/>
                  <a:pt x="3598115" y="2216315"/>
                  <a:pt x="3602181" y="2210484"/>
                </a:cubicBezTo>
                <a:cubicBezTo>
                  <a:pt x="3609151" y="2201738"/>
                  <a:pt x="3615539" y="2192408"/>
                  <a:pt x="3621347" y="2183079"/>
                </a:cubicBezTo>
                <a:cubicBezTo>
                  <a:pt x="3624252" y="2178997"/>
                  <a:pt x="3627156" y="2174333"/>
                  <a:pt x="3630060" y="2169668"/>
                </a:cubicBezTo>
                <a:lnTo>
                  <a:pt x="3630640" y="2169085"/>
                </a:lnTo>
                <a:cubicBezTo>
                  <a:pt x="3634706" y="2162088"/>
                  <a:pt x="3638191" y="2155674"/>
                  <a:pt x="3641676" y="2148677"/>
                </a:cubicBezTo>
                <a:cubicBezTo>
                  <a:pt x="3643999" y="2145178"/>
                  <a:pt x="3645742" y="2141680"/>
                  <a:pt x="3647484" y="2138181"/>
                </a:cubicBezTo>
                <a:cubicBezTo>
                  <a:pt x="3648065" y="2135849"/>
                  <a:pt x="3649227" y="2133516"/>
                  <a:pt x="3649807" y="2131767"/>
                </a:cubicBezTo>
                <a:cubicBezTo>
                  <a:pt x="3652131" y="2127686"/>
                  <a:pt x="3654454" y="2123021"/>
                  <a:pt x="3656196" y="2118356"/>
                </a:cubicBezTo>
                <a:cubicBezTo>
                  <a:pt x="3657358" y="2116024"/>
                  <a:pt x="3658519" y="2113691"/>
                  <a:pt x="3659100" y="2111359"/>
                </a:cubicBezTo>
                <a:cubicBezTo>
                  <a:pt x="3660262" y="2109027"/>
                  <a:pt x="3660843" y="2106695"/>
                  <a:pt x="3661423" y="2104362"/>
                </a:cubicBezTo>
                <a:cubicBezTo>
                  <a:pt x="3662004" y="2103196"/>
                  <a:pt x="3663166" y="2102030"/>
                  <a:pt x="3663747" y="2100281"/>
                </a:cubicBezTo>
                <a:cubicBezTo>
                  <a:pt x="3664327" y="2098531"/>
                  <a:pt x="3664908" y="2096782"/>
                  <a:pt x="3665489" y="2095033"/>
                </a:cubicBezTo>
                <a:cubicBezTo>
                  <a:pt x="3670135" y="2082205"/>
                  <a:pt x="3674201" y="2068794"/>
                  <a:pt x="3677686" y="2055383"/>
                </a:cubicBezTo>
                <a:cubicBezTo>
                  <a:pt x="3678267" y="2054800"/>
                  <a:pt x="3678267" y="2054216"/>
                  <a:pt x="3678267" y="2054216"/>
                </a:cubicBezTo>
                <a:cubicBezTo>
                  <a:pt x="3681171" y="2043721"/>
                  <a:pt x="3683494" y="2032642"/>
                  <a:pt x="3685237" y="2022147"/>
                </a:cubicBezTo>
                <a:cubicBezTo>
                  <a:pt x="3686398" y="2016899"/>
                  <a:pt x="3687560" y="2011651"/>
                  <a:pt x="3688141" y="2006403"/>
                </a:cubicBezTo>
                <a:cubicBezTo>
                  <a:pt x="3688721" y="2005820"/>
                  <a:pt x="3688721" y="2005237"/>
                  <a:pt x="3688141" y="2004654"/>
                </a:cubicBezTo>
                <a:cubicBezTo>
                  <a:pt x="3689883" y="1994742"/>
                  <a:pt x="3691045" y="1984829"/>
                  <a:pt x="3692206" y="1975500"/>
                </a:cubicBezTo>
                <a:lnTo>
                  <a:pt x="3692206" y="1973750"/>
                </a:lnTo>
                <a:cubicBezTo>
                  <a:pt x="3693368" y="1960923"/>
                  <a:pt x="3693949" y="1947512"/>
                  <a:pt x="3693949" y="1934684"/>
                </a:cubicBezTo>
                <a:cubicBezTo>
                  <a:pt x="3693949" y="1876958"/>
                  <a:pt x="3683494" y="1819815"/>
                  <a:pt x="3662585" y="1765588"/>
                </a:cubicBezTo>
                <a:cubicBezTo>
                  <a:pt x="3661423" y="1763256"/>
                  <a:pt x="3660262" y="1759757"/>
                  <a:pt x="3659100" y="1756842"/>
                </a:cubicBezTo>
                <a:cubicBezTo>
                  <a:pt x="3658519" y="1755093"/>
                  <a:pt x="3657939" y="1753927"/>
                  <a:pt x="3656777" y="1751594"/>
                </a:cubicBezTo>
                <a:cubicBezTo>
                  <a:pt x="3644580" y="1723606"/>
                  <a:pt x="3630060" y="1697367"/>
                  <a:pt x="3613216" y="1672877"/>
                </a:cubicBezTo>
                <a:cubicBezTo>
                  <a:pt x="3605666" y="1661799"/>
                  <a:pt x="3597534" y="1651303"/>
                  <a:pt x="3589403" y="1640808"/>
                </a:cubicBezTo>
                <a:cubicBezTo>
                  <a:pt x="3580110" y="1630312"/>
                  <a:pt x="3570817" y="1619817"/>
                  <a:pt x="3560363" y="1609321"/>
                </a:cubicBezTo>
                <a:cubicBezTo>
                  <a:pt x="3558039" y="1606405"/>
                  <a:pt x="3555135" y="1604073"/>
                  <a:pt x="3552231" y="1601741"/>
                </a:cubicBezTo>
                <a:cubicBezTo>
                  <a:pt x="3549908" y="1598825"/>
                  <a:pt x="3547585" y="1597076"/>
                  <a:pt x="3544681" y="1594744"/>
                </a:cubicBezTo>
                <a:cubicBezTo>
                  <a:pt x="3542358" y="1592411"/>
                  <a:pt x="3540615" y="1590079"/>
                  <a:pt x="3538292" y="1588330"/>
                </a:cubicBezTo>
                <a:cubicBezTo>
                  <a:pt x="3540615" y="1589496"/>
                  <a:pt x="3542358" y="1591828"/>
                  <a:pt x="3544681" y="1593578"/>
                </a:cubicBezTo>
                <a:lnTo>
                  <a:pt x="2092076" y="134693"/>
                </a:lnTo>
                <a:cubicBezTo>
                  <a:pt x="2002922" y="44898"/>
                  <a:pt x="1885192" y="0"/>
                  <a:pt x="1767345" y="0"/>
                </a:cubicBezTo>
                <a:lnTo>
                  <a:pt x="1767345" y="0"/>
                </a:lnTo>
                <a:close/>
                <a:moveTo>
                  <a:pt x="3559782" y="2260630"/>
                </a:moveTo>
                <a:lnTo>
                  <a:pt x="3554555" y="2265877"/>
                </a:lnTo>
                <a:cubicBezTo>
                  <a:pt x="3556645" y="2264303"/>
                  <a:pt x="3558388" y="2262437"/>
                  <a:pt x="3559782" y="2260630"/>
                </a:cubicBezTo>
                <a:lnTo>
                  <a:pt x="3559782" y="2260630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FA91AFC-1F4E-9AE4-C7B7-4D3156DE298F}"/>
              </a:ext>
            </a:extLst>
          </p:cNvPr>
          <p:cNvSpPr/>
          <p:nvPr/>
        </p:nvSpPr>
        <p:spPr>
          <a:xfrm>
            <a:off x="10080279" y="3086522"/>
            <a:ext cx="8131" cy="7580"/>
          </a:xfrm>
          <a:custGeom>
            <a:avLst/>
            <a:gdLst>
              <a:gd name="connsiteX0" fmla="*/ 0 w 8131"/>
              <a:gd name="connsiteY0" fmla="*/ 0 h 7580"/>
              <a:gd name="connsiteX1" fmla="*/ 8131 w 8131"/>
              <a:gd name="connsiteY1" fmla="*/ 7580 h 7580"/>
              <a:gd name="connsiteX2" fmla="*/ 7551 w 8131"/>
              <a:gd name="connsiteY2" fmla="*/ 6414 h 7580"/>
              <a:gd name="connsiteX3" fmla="*/ 0 w 8131"/>
              <a:gd name="connsiteY3" fmla="*/ 0 h 7580"/>
              <a:gd name="connsiteX4" fmla="*/ 0 w 8131"/>
              <a:gd name="connsiteY4" fmla="*/ 0 h 7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31" h="7580">
                <a:moveTo>
                  <a:pt x="0" y="0"/>
                </a:moveTo>
                <a:cubicBezTo>
                  <a:pt x="2904" y="2332"/>
                  <a:pt x="5808" y="4665"/>
                  <a:pt x="8131" y="7580"/>
                </a:cubicBezTo>
                <a:cubicBezTo>
                  <a:pt x="8131" y="7580"/>
                  <a:pt x="8131" y="6997"/>
                  <a:pt x="7551" y="6414"/>
                </a:cubicBezTo>
                <a:cubicBezTo>
                  <a:pt x="5227" y="4082"/>
                  <a:pt x="2904" y="1749"/>
                  <a:pt x="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231F20"/>
          </a:solid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C9A2A3D-3D55-78D5-3D6B-775A3D947105}"/>
              </a:ext>
            </a:extLst>
          </p:cNvPr>
          <p:cNvSpPr/>
          <p:nvPr/>
        </p:nvSpPr>
        <p:spPr>
          <a:xfrm>
            <a:off x="10177855" y="3603138"/>
            <a:ext cx="6388" cy="13410"/>
          </a:xfrm>
          <a:custGeom>
            <a:avLst/>
            <a:gdLst>
              <a:gd name="connsiteX0" fmla="*/ 6389 w 6388"/>
              <a:gd name="connsiteY0" fmla="*/ 0 h 13410"/>
              <a:gd name="connsiteX1" fmla="*/ 3659 w 6388"/>
              <a:gd name="connsiteY1" fmla="*/ 6472 h 13410"/>
              <a:gd name="connsiteX2" fmla="*/ 4646 w 6388"/>
              <a:gd name="connsiteY2" fmla="*/ 4665 h 13410"/>
              <a:gd name="connsiteX3" fmla="*/ 6389 w 6388"/>
              <a:gd name="connsiteY3" fmla="*/ 0 h 13410"/>
              <a:gd name="connsiteX4" fmla="*/ 6389 w 6388"/>
              <a:gd name="connsiteY4" fmla="*/ 0 h 13410"/>
              <a:gd name="connsiteX5" fmla="*/ 3659 w 6388"/>
              <a:gd name="connsiteY5" fmla="*/ 6472 h 13410"/>
              <a:gd name="connsiteX6" fmla="*/ 1104 w 6388"/>
              <a:gd name="connsiteY6" fmla="*/ 11487 h 13410"/>
              <a:gd name="connsiteX7" fmla="*/ 3659 w 6388"/>
              <a:gd name="connsiteY7" fmla="*/ 6472 h 13410"/>
              <a:gd name="connsiteX8" fmla="*/ 3659 w 6388"/>
              <a:gd name="connsiteY8" fmla="*/ 6472 h 13410"/>
              <a:gd name="connsiteX9" fmla="*/ 1104 w 6388"/>
              <a:gd name="connsiteY9" fmla="*/ 11487 h 13410"/>
              <a:gd name="connsiteX10" fmla="*/ 0 w 6388"/>
              <a:gd name="connsiteY10" fmla="*/ 13411 h 13410"/>
              <a:gd name="connsiteX11" fmla="*/ 1104 w 6388"/>
              <a:gd name="connsiteY11" fmla="*/ 11487 h 13410"/>
              <a:gd name="connsiteX12" fmla="*/ 1104 w 6388"/>
              <a:gd name="connsiteY12" fmla="*/ 11487 h 13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388" h="13410">
                <a:moveTo>
                  <a:pt x="6389" y="0"/>
                </a:moveTo>
                <a:cubicBezTo>
                  <a:pt x="5576" y="2157"/>
                  <a:pt x="4646" y="4373"/>
                  <a:pt x="3659" y="6472"/>
                </a:cubicBezTo>
                <a:cubicBezTo>
                  <a:pt x="3950" y="5889"/>
                  <a:pt x="4298" y="5248"/>
                  <a:pt x="4646" y="4665"/>
                </a:cubicBezTo>
                <a:cubicBezTo>
                  <a:pt x="5227" y="2915"/>
                  <a:pt x="5808" y="1749"/>
                  <a:pt x="6389" y="0"/>
                </a:cubicBezTo>
                <a:lnTo>
                  <a:pt x="6389" y="0"/>
                </a:lnTo>
                <a:close/>
                <a:moveTo>
                  <a:pt x="3659" y="6472"/>
                </a:moveTo>
                <a:cubicBezTo>
                  <a:pt x="2730" y="8163"/>
                  <a:pt x="1975" y="9796"/>
                  <a:pt x="1104" y="11487"/>
                </a:cubicBezTo>
                <a:cubicBezTo>
                  <a:pt x="1975" y="9854"/>
                  <a:pt x="2846" y="8221"/>
                  <a:pt x="3659" y="6472"/>
                </a:cubicBezTo>
                <a:lnTo>
                  <a:pt x="3659" y="6472"/>
                </a:lnTo>
                <a:close/>
                <a:moveTo>
                  <a:pt x="1104" y="11487"/>
                </a:moveTo>
                <a:cubicBezTo>
                  <a:pt x="755" y="12128"/>
                  <a:pt x="407" y="12769"/>
                  <a:pt x="0" y="13411"/>
                </a:cubicBezTo>
                <a:cubicBezTo>
                  <a:pt x="407" y="12769"/>
                  <a:pt x="755" y="12128"/>
                  <a:pt x="1104" y="11487"/>
                </a:cubicBezTo>
                <a:lnTo>
                  <a:pt x="1104" y="11487"/>
                </a:lnTo>
                <a:close/>
              </a:path>
            </a:pathLst>
          </a:custGeom>
          <a:solidFill>
            <a:srgbClr val="231F20"/>
          </a:solid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89D2AE1-199B-0AE5-BE24-63885BBA3363}"/>
              </a:ext>
            </a:extLst>
          </p:cNvPr>
          <p:cNvSpPr/>
          <p:nvPr/>
        </p:nvSpPr>
        <p:spPr>
          <a:xfrm>
            <a:off x="10187148" y="3585062"/>
            <a:ext cx="4646" cy="11078"/>
          </a:xfrm>
          <a:custGeom>
            <a:avLst/>
            <a:gdLst>
              <a:gd name="connsiteX0" fmla="*/ 4647 w 4646"/>
              <a:gd name="connsiteY0" fmla="*/ 0 h 11078"/>
              <a:gd name="connsiteX1" fmla="*/ 4647 w 4646"/>
              <a:gd name="connsiteY1" fmla="*/ 58 h 11078"/>
              <a:gd name="connsiteX2" fmla="*/ 4647 w 4646"/>
              <a:gd name="connsiteY2" fmla="*/ 0 h 11078"/>
              <a:gd name="connsiteX3" fmla="*/ 4647 w 4646"/>
              <a:gd name="connsiteY3" fmla="*/ 0 h 11078"/>
              <a:gd name="connsiteX4" fmla="*/ 4647 w 4646"/>
              <a:gd name="connsiteY4" fmla="*/ 117 h 11078"/>
              <a:gd name="connsiteX5" fmla="*/ 2323 w 4646"/>
              <a:gd name="connsiteY5" fmla="*/ 4082 h 11078"/>
              <a:gd name="connsiteX6" fmla="*/ 0 w 4646"/>
              <a:gd name="connsiteY6" fmla="*/ 11079 h 11078"/>
              <a:gd name="connsiteX7" fmla="*/ 4647 w 4646"/>
              <a:gd name="connsiteY7" fmla="*/ 117 h 11078"/>
              <a:gd name="connsiteX8" fmla="*/ 4647 w 4646"/>
              <a:gd name="connsiteY8" fmla="*/ 117 h 11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46" h="11078">
                <a:moveTo>
                  <a:pt x="4647" y="0"/>
                </a:moveTo>
                <a:cubicBezTo>
                  <a:pt x="4647" y="0"/>
                  <a:pt x="4647" y="0"/>
                  <a:pt x="4647" y="58"/>
                </a:cubicBezTo>
                <a:cubicBezTo>
                  <a:pt x="4647" y="58"/>
                  <a:pt x="4647" y="58"/>
                  <a:pt x="4647" y="0"/>
                </a:cubicBezTo>
                <a:lnTo>
                  <a:pt x="4647" y="0"/>
                </a:lnTo>
                <a:close/>
                <a:moveTo>
                  <a:pt x="4647" y="117"/>
                </a:moveTo>
                <a:cubicBezTo>
                  <a:pt x="4066" y="1807"/>
                  <a:pt x="2962" y="2974"/>
                  <a:pt x="2323" y="4082"/>
                </a:cubicBezTo>
                <a:cubicBezTo>
                  <a:pt x="1742" y="6414"/>
                  <a:pt x="1162" y="8746"/>
                  <a:pt x="0" y="11079"/>
                </a:cubicBezTo>
                <a:cubicBezTo>
                  <a:pt x="1742" y="7580"/>
                  <a:pt x="3485" y="3557"/>
                  <a:pt x="4647" y="117"/>
                </a:cubicBezTo>
                <a:lnTo>
                  <a:pt x="4647" y="117"/>
                </a:lnTo>
                <a:close/>
              </a:path>
            </a:pathLst>
          </a:custGeom>
          <a:solidFill>
            <a:srgbClr val="231F20"/>
          </a:solid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49C4CBE-0353-65C1-234A-8E9136C22A7B}"/>
              </a:ext>
            </a:extLst>
          </p:cNvPr>
          <p:cNvSpPr/>
          <p:nvPr/>
        </p:nvSpPr>
        <p:spPr>
          <a:xfrm>
            <a:off x="10080279" y="3086522"/>
            <a:ext cx="8131" cy="7580"/>
          </a:xfrm>
          <a:custGeom>
            <a:avLst/>
            <a:gdLst>
              <a:gd name="connsiteX0" fmla="*/ 0 w 8131"/>
              <a:gd name="connsiteY0" fmla="*/ 0 h 7580"/>
              <a:gd name="connsiteX1" fmla="*/ 8131 w 8131"/>
              <a:gd name="connsiteY1" fmla="*/ 7580 h 7580"/>
              <a:gd name="connsiteX2" fmla="*/ 7551 w 8131"/>
              <a:gd name="connsiteY2" fmla="*/ 6414 h 7580"/>
              <a:gd name="connsiteX3" fmla="*/ 0 w 8131"/>
              <a:gd name="connsiteY3" fmla="*/ 0 h 7580"/>
              <a:gd name="connsiteX4" fmla="*/ 0 w 8131"/>
              <a:gd name="connsiteY4" fmla="*/ 0 h 7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31" h="7580">
                <a:moveTo>
                  <a:pt x="0" y="0"/>
                </a:moveTo>
                <a:cubicBezTo>
                  <a:pt x="2904" y="2332"/>
                  <a:pt x="5808" y="4665"/>
                  <a:pt x="8131" y="7580"/>
                </a:cubicBezTo>
                <a:cubicBezTo>
                  <a:pt x="8131" y="7580"/>
                  <a:pt x="8131" y="6997"/>
                  <a:pt x="7551" y="6414"/>
                </a:cubicBezTo>
                <a:cubicBezTo>
                  <a:pt x="5227" y="4082"/>
                  <a:pt x="2904" y="1749"/>
                  <a:pt x="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231F20"/>
          </a:solid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46B388F-6D55-0116-7D66-F70407E58082}"/>
              </a:ext>
            </a:extLst>
          </p:cNvPr>
          <p:cNvSpPr/>
          <p:nvPr/>
        </p:nvSpPr>
        <p:spPr>
          <a:xfrm>
            <a:off x="10177855" y="3603138"/>
            <a:ext cx="6388" cy="13410"/>
          </a:xfrm>
          <a:custGeom>
            <a:avLst/>
            <a:gdLst>
              <a:gd name="connsiteX0" fmla="*/ 6389 w 6388"/>
              <a:gd name="connsiteY0" fmla="*/ 0 h 13410"/>
              <a:gd name="connsiteX1" fmla="*/ 3659 w 6388"/>
              <a:gd name="connsiteY1" fmla="*/ 6472 h 13410"/>
              <a:gd name="connsiteX2" fmla="*/ 4646 w 6388"/>
              <a:gd name="connsiteY2" fmla="*/ 4665 h 13410"/>
              <a:gd name="connsiteX3" fmla="*/ 6389 w 6388"/>
              <a:gd name="connsiteY3" fmla="*/ 0 h 13410"/>
              <a:gd name="connsiteX4" fmla="*/ 6389 w 6388"/>
              <a:gd name="connsiteY4" fmla="*/ 0 h 13410"/>
              <a:gd name="connsiteX5" fmla="*/ 3659 w 6388"/>
              <a:gd name="connsiteY5" fmla="*/ 6472 h 13410"/>
              <a:gd name="connsiteX6" fmla="*/ 1104 w 6388"/>
              <a:gd name="connsiteY6" fmla="*/ 11487 h 13410"/>
              <a:gd name="connsiteX7" fmla="*/ 3659 w 6388"/>
              <a:gd name="connsiteY7" fmla="*/ 6472 h 13410"/>
              <a:gd name="connsiteX8" fmla="*/ 3659 w 6388"/>
              <a:gd name="connsiteY8" fmla="*/ 6472 h 13410"/>
              <a:gd name="connsiteX9" fmla="*/ 1104 w 6388"/>
              <a:gd name="connsiteY9" fmla="*/ 11487 h 13410"/>
              <a:gd name="connsiteX10" fmla="*/ 0 w 6388"/>
              <a:gd name="connsiteY10" fmla="*/ 13411 h 13410"/>
              <a:gd name="connsiteX11" fmla="*/ 1104 w 6388"/>
              <a:gd name="connsiteY11" fmla="*/ 11487 h 13410"/>
              <a:gd name="connsiteX12" fmla="*/ 1104 w 6388"/>
              <a:gd name="connsiteY12" fmla="*/ 11487 h 13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388" h="13410">
                <a:moveTo>
                  <a:pt x="6389" y="0"/>
                </a:moveTo>
                <a:cubicBezTo>
                  <a:pt x="5576" y="2157"/>
                  <a:pt x="4646" y="4373"/>
                  <a:pt x="3659" y="6472"/>
                </a:cubicBezTo>
                <a:cubicBezTo>
                  <a:pt x="3950" y="5889"/>
                  <a:pt x="4298" y="5248"/>
                  <a:pt x="4646" y="4665"/>
                </a:cubicBezTo>
                <a:cubicBezTo>
                  <a:pt x="5227" y="2915"/>
                  <a:pt x="5808" y="1749"/>
                  <a:pt x="6389" y="0"/>
                </a:cubicBezTo>
                <a:lnTo>
                  <a:pt x="6389" y="0"/>
                </a:lnTo>
                <a:close/>
                <a:moveTo>
                  <a:pt x="3659" y="6472"/>
                </a:moveTo>
                <a:cubicBezTo>
                  <a:pt x="2730" y="8163"/>
                  <a:pt x="1975" y="9796"/>
                  <a:pt x="1104" y="11487"/>
                </a:cubicBezTo>
                <a:cubicBezTo>
                  <a:pt x="1975" y="9854"/>
                  <a:pt x="2846" y="8221"/>
                  <a:pt x="3659" y="6472"/>
                </a:cubicBezTo>
                <a:lnTo>
                  <a:pt x="3659" y="6472"/>
                </a:lnTo>
                <a:close/>
                <a:moveTo>
                  <a:pt x="1104" y="11487"/>
                </a:moveTo>
                <a:cubicBezTo>
                  <a:pt x="755" y="12128"/>
                  <a:pt x="407" y="12769"/>
                  <a:pt x="0" y="13411"/>
                </a:cubicBezTo>
                <a:cubicBezTo>
                  <a:pt x="407" y="12769"/>
                  <a:pt x="755" y="12128"/>
                  <a:pt x="1104" y="11487"/>
                </a:cubicBezTo>
                <a:lnTo>
                  <a:pt x="1104" y="11487"/>
                </a:lnTo>
                <a:close/>
              </a:path>
            </a:pathLst>
          </a:custGeom>
          <a:solidFill>
            <a:srgbClr val="231F20"/>
          </a:solid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B755530-7746-53B9-D7F6-4074D6F3914D}"/>
              </a:ext>
            </a:extLst>
          </p:cNvPr>
          <p:cNvSpPr/>
          <p:nvPr/>
        </p:nvSpPr>
        <p:spPr>
          <a:xfrm>
            <a:off x="10187148" y="3585062"/>
            <a:ext cx="4646" cy="11078"/>
          </a:xfrm>
          <a:custGeom>
            <a:avLst/>
            <a:gdLst>
              <a:gd name="connsiteX0" fmla="*/ 4647 w 4646"/>
              <a:gd name="connsiteY0" fmla="*/ 0 h 11078"/>
              <a:gd name="connsiteX1" fmla="*/ 4647 w 4646"/>
              <a:gd name="connsiteY1" fmla="*/ 58 h 11078"/>
              <a:gd name="connsiteX2" fmla="*/ 4647 w 4646"/>
              <a:gd name="connsiteY2" fmla="*/ 0 h 11078"/>
              <a:gd name="connsiteX3" fmla="*/ 4647 w 4646"/>
              <a:gd name="connsiteY3" fmla="*/ 0 h 11078"/>
              <a:gd name="connsiteX4" fmla="*/ 4647 w 4646"/>
              <a:gd name="connsiteY4" fmla="*/ 117 h 11078"/>
              <a:gd name="connsiteX5" fmla="*/ 2323 w 4646"/>
              <a:gd name="connsiteY5" fmla="*/ 4082 h 11078"/>
              <a:gd name="connsiteX6" fmla="*/ 0 w 4646"/>
              <a:gd name="connsiteY6" fmla="*/ 11079 h 11078"/>
              <a:gd name="connsiteX7" fmla="*/ 4647 w 4646"/>
              <a:gd name="connsiteY7" fmla="*/ 117 h 11078"/>
              <a:gd name="connsiteX8" fmla="*/ 4647 w 4646"/>
              <a:gd name="connsiteY8" fmla="*/ 117 h 11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46" h="11078">
                <a:moveTo>
                  <a:pt x="4647" y="0"/>
                </a:moveTo>
                <a:cubicBezTo>
                  <a:pt x="4647" y="0"/>
                  <a:pt x="4647" y="0"/>
                  <a:pt x="4647" y="58"/>
                </a:cubicBezTo>
                <a:cubicBezTo>
                  <a:pt x="4647" y="58"/>
                  <a:pt x="4647" y="58"/>
                  <a:pt x="4647" y="0"/>
                </a:cubicBezTo>
                <a:lnTo>
                  <a:pt x="4647" y="0"/>
                </a:lnTo>
                <a:close/>
                <a:moveTo>
                  <a:pt x="4647" y="117"/>
                </a:moveTo>
                <a:cubicBezTo>
                  <a:pt x="4066" y="1807"/>
                  <a:pt x="2962" y="2974"/>
                  <a:pt x="2323" y="4082"/>
                </a:cubicBezTo>
                <a:cubicBezTo>
                  <a:pt x="1742" y="6414"/>
                  <a:pt x="1162" y="8746"/>
                  <a:pt x="0" y="11079"/>
                </a:cubicBezTo>
                <a:cubicBezTo>
                  <a:pt x="1742" y="7580"/>
                  <a:pt x="3485" y="3557"/>
                  <a:pt x="4647" y="117"/>
                </a:cubicBezTo>
                <a:lnTo>
                  <a:pt x="4647" y="117"/>
                </a:lnTo>
                <a:close/>
              </a:path>
            </a:pathLst>
          </a:custGeom>
          <a:solidFill>
            <a:srgbClr val="231F20"/>
          </a:solidFill>
          <a:ln w="58043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C303C933-C639-89EE-B70D-204B069DFDBD}"/>
              </a:ext>
            </a:extLst>
          </p:cNvPr>
          <p:cNvSpPr/>
          <p:nvPr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bold</a:t>
            </a:r>
          </a:p>
        </p:txBody>
      </p:sp>
      <p:sp>
        <p:nvSpPr>
          <p:cNvPr id="20" name="Podtytuł 2">
            <a:extLst>
              <a:ext uri="{FF2B5EF4-FFF2-40B4-BE49-F238E27FC236}">
                <a16:creationId xmlns:a16="http://schemas.microsoft.com/office/drawing/2014/main" id="{85D5D572-245D-4E98-11A3-CDF57BDCF947}"/>
              </a:ext>
            </a:extLst>
          </p:cNvPr>
          <p:cNvSpPr txBox="1">
            <a:spLocks/>
          </p:cNvSpPr>
          <p:nvPr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21" name="Graphic 18">
            <a:extLst>
              <a:ext uri="{FF2B5EF4-FFF2-40B4-BE49-F238E27FC236}">
                <a16:creationId xmlns:a16="http://schemas.microsoft.com/office/drawing/2014/main" id="{8DEBB77D-18E4-09F4-3B51-F1944F29144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22" name="Rechteck 1">
            <a:extLst>
              <a:ext uri="{FF2B5EF4-FFF2-40B4-BE49-F238E27FC236}">
                <a16:creationId xmlns:a16="http://schemas.microsoft.com/office/drawing/2014/main" id="{6EF81A77-3E73-20EE-33EC-38FD61402470}"/>
              </a:ext>
            </a:extLst>
          </p:cNvPr>
          <p:cNvSpPr/>
          <p:nvPr userDrawn="1"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bold</a:t>
            </a:r>
          </a:p>
        </p:txBody>
      </p:sp>
      <p:sp>
        <p:nvSpPr>
          <p:cNvPr id="23" name="Podtytuł 2">
            <a:extLst>
              <a:ext uri="{FF2B5EF4-FFF2-40B4-BE49-F238E27FC236}">
                <a16:creationId xmlns:a16="http://schemas.microsoft.com/office/drawing/2014/main" id="{2A4187EC-38F6-BFD2-98D4-1717CFC9BF10}"/>
              </a:ext>
            </a:extLst>
          </p:cNvPr>
          <p:cNvSpPr txBox="1">
            <a:spLocks/>
          </p:cNvSpPr>
          <p:nvPr userDrawn="1"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24" name="Graphic 18">
            <a:extLst>
              <a:ext uri="{FF2B5EF4-FFF2-40B4-BE49-F238E27FC236}">
                <a16:creationId xmlns:a16="http://schemas.microsoft.com/office/drawing/2014/main" id="{9665CF72-F214-3926-0413-06D5B7FD7C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1477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 are on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FC7185AF-6968-EE7C-20AB-C22FBD7206D2}"/>
              </a:ext>
            </a:extLst>
          </p:cNvPr>
          <p:cNvSpPr/>
          <p:nvPr/>
        </p:nvSpPr>
        <p:spPr>
          <a:xfrm>
            <a:off x="418988" y="1167076"/>
            <a:ext cx="444240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2400" noProof="0">
                <a:solidFill>
                  <a:schemeClr val="accent2"/>
                </a:solidFill>
              </a:rPr>
              <a:t>Our values</a:t>
            </a:r>
            <a:endParaRPr lang="en-GB" sz="2400" noProof="0" dirty="0">
              <a:solidFill>
                <a:schemeClr val="accent2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4C93264-A6B1-F01C-F8A0-956F8884AFFD}"/>
              </a:ext>
            </a:extLst>
          </p:cNvPr>
          <p:cNvSpPr/>
          <p:nvPr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one</a:t>
            </a:r>
          </a:p>
        </p:txBody>
      </p:sp>
      <p:sp>
        <p:nvSpPr>
          <p:cNvPr id="11" name="Rechteck 6">
            <a:extLst>
              <a:ext uri="{FF2B5EF4-FFF2-40B4-BE49-F238E27FC236}">
                <a16:creationId xmlns:a16="http://schemas.microsoft.com/office/drawing/2014/main" id="{F76051EC-0B5D-A3F9-4D72-B53B17CDC274}"/>
              </a:ext>
            </a:extLst>
          </p:cNvPr>
          <p:cNvSpPr/>
          <p:nvPr/>
        </p:nvSpPr>
        <p:spPr>
          <a:xfrm>
            <a:off x="418988" y="1167076"/>
            <a:ext cx="4442400" cy="46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2400" noProof="0" dirty="0">
                <a:solidFill>
                  <a:schemeClr val="tx1"/>
                </a:solidFill>
              </a:rPr>
              <a:t>Our values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66B0464-28C2-08AF-3803-9F1A6F409FA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512F6CEC-50E1-0737-8039-6191A38D10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34B78A1-1E98-4D0A-918E-FDF3FA825995}" type="datetime1">
              <a:rPr lang="en-GB" smtClean="0"/>
              <a:pPr/>
              <a:t>16/06/2026</a:t>
            </a:fld>
            <a:endParaRPr lang="en-GB" dirty="0"/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AA0D81E0-8CCA-19FB-7782-BBC2FD7CAE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17" name="Symbol zastępczy numeru slajdu 5">
            <a:extLst>
              <a:ext uri="{FF2B5EF4-FFF2-40B4-BE49-F238E27FC236}">
                <a16:creationId xmlns:a16="http://schemas.microsoft.com/office/drawing/2014/main" id="{FC5FE7FC-4A3E-B0D6-B037-E16DA0C72A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8E9E53B2-D7A1-7F8C-CA5C-1818A03593B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4" name="Podtytuł 2">
            <a:extLst>
              <a:ext uri="{FF2B5EF4-FFF2-40B4-BE49-F238E27FC236}">
                <a16:creationId xmlns:a16="http://schemas.microsoft.com/office/drawing/2014/main" id="{4038FFD2-36F9-537C-E513-1EBF3661E7D1}"/>
              </a:ext>
            </a:extLst>
          </p:cNvPr>
          <p:cNvSpPr txBox="1">
            <a:spLocks/>
          </p:cNvSpPr>
          <p:nvPr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B1A5579F-810D-1C98-34ED-A09FB31E32C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49DE295-6918-9FB1-6287-963A5B61425A}"/>
              </a:ext>
            </a:extLst>
          </p:cNvPr>
          <p:cNvSpPr/>
          <p:nvPr/>
        </p:nvSpPr>
        <p:spPr>
          <a:xfrm>
            <a:off x="6351476" y="1401076"/>
            <a:ext cx="3941627" cy="3941627"/>
          </a:xfrm>
          <a:custGeom>
            <a:avLst/>
            <a:gdLst>
              <a:gd name="connsiteX0" fmla="*/ 1970814 w 3941627"/>
              <a:gd name="connsiteY0" fmla="*/ 123764 h 3941627"/>
              <a:gd name="connsiteX1" fmla="*/ 3817864 w 3941627"/>
              <a:gd name="connsiteY1" fmla="*/ 1970814 h 3941627"/>
              <a:gd name="connsiteX2" fmla="*/ 1970814 w 3941627"/>
              <a:gd name="connsiteY2" fmla="*/ 3817864 h 3941627"/>
              <a:gd name="connsiteX3" fmla="*/ 123764 w 3941627"/>
              <a:gd name="connsiteY3" fmla="*/ 1970814 h 3941627"/>
              <a:gd name="connsiteX4" fmla="*/ 1970814 w 3941627"/>
              <a:gd name="connsiteY4" fmla="*/ 123764 h 3941627"/>
              <a:gd name="connsiteX5" fmla="*/ 1970814 w 3941627"/>
              <a:gd name="connsiteY5" fmla="*/ 0 h 3941627"/>
              <a:gd name="connsiteX6" fmla="*/ 0 w 3941627"/>
              <a:gd name="connsiteY6" fmla="*/ 1970814 h 3941627"/>
              <a:gd name="connsiteX7" fmla="*/ 1970814 w 3941627"/>
              <a:gd name="connsiteY7" fmla="*/ 3941628 h 3941627"/>
              <a:gd name="connsiteX8" fmla="*/ 3941628 w 3941627"/>
              <a:gd name="connsiteY8" fmla="*/ 1970814 h 3941627"/>
              <a:gd name="connsiteX9" fmla="*/ 1970814 w 3941627"/>
              <a:gd name="connsiteY9" fmla="*/ 0 h 3941627"/>
              <a:gd name="connsiteX10" fmla="*/ 1970814 w 3941627"/>
              <a:gd name="connsiteY10" fmla="*/ 0 h 3941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941627" h="3941627">
                <a:moveTo>
                  <a:pt x="1970814" y="123764"/>
                </a:moveTo>
                <a:cubicBezTo>
                  <a:pt x="2989266" y="123764"/>
                  <a:pt x="3817864" y="952362"/>
                  <a:pt x="3817864" y="1970814"/>
                </a:cubicBezTo>
                <a:cubicBezTo>
                  <a:pt x="3817864" y="2989266"/>
                  <a:pt x="2989266" y="3817864"/>
                  <a:pt x="1970814" y="3817864"/>
                </a:cubicBezTo>
                <a:cubicBezTo>
                  <a:pt x="952362" y="3817864"/>
                  <a:pt x="123764" y="2989328"/>
                  <a:pt x="123764" y="1970814"/>
                </a:cubicBezTo>
                <a:cubicBezTo>
                  <a:pt x="123764" y="952300"/>
                  <a:pt x="952362" y="123764"/>
                  <a:pt x="1970814" y="123764"/>
                </a:cubicBezTo>
                <a:moveTo>
                  <a:pt x="1970814" y="0"/>
                </a:moveTo>
                <a:cubicBezTo>
                  <a:pt x="882374" y="0"/>
                  <a:pt x="0" y="882374"/>
                  <a:pt x="0" y="1970814"/>
                </a:cubicBezTo>
                <a:cubicBezTo>
                  <a:pt x="0" y="3059254"/>
                  <a:pt x="882374" y="3941628"/>
                  <a:pt x="1970814" y="3941628"/>
                </a:cubicBezTo>
                <a:cubicBezTo>
                  <a:pt x="3059254" y="3941628"/>
                  <a:pt x="3941628" y="3059254"/>
                  <a:pt x="3941628" y="1970814"/>
                </a:cubicBezTo>
                <a:cubicBezTo>
                  <a:pt x="3941628" y="882374"/>
                  <a:pt x="3059316" y="0"/>
                  <a:pt x="1970814" y="0"/>
                </a:cubicBezTo>
                <a:lnTo>
                  <a:pt x="1970814" y="0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61764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2459A276-11FA-616E-90F1-0CAE1260FD68}"/>
              </a:ext>
            </a:extLst>
          </p:cNvPr>
          <p:cNvSpPr/>
          <p:nvPr/>
        </p:nvSpPr>
        <p:spPr>
          <a:xfrm>
            <a:off x="7195359" y="2244959"/>
            <a:ext cx="2253861" cy="2253861"/>
          </a:xfrm>
          <a:custGeom>
            <a:avLst/>
            <a:gdLst>
              <a:gd name="connsiteX0" fmla="*/ 1126931 w 2253861"/>
              <a:gd name="connsiteY0" fmla="*/ 123764 h 2253861"/>
              <a:gd name="connsiteX1" fmla="*/ 2130098 w 2253861"/>
              <a:gd name="connsiteY1" fmla="*/ 1126931 h 2253861"/>
              <a:gd name="connsiteX2" fmla="*/ 1126931 w 2253861"/>
              <a:gd name="connsiteY2" fmla="*/ 2130098 h 2253861"/>
              <a:gd name="connsiteX3" fmla="*/ 123764 w 2253861"/>
              <a:gd name="connsiteY3" fmla="*/ 1126931 h 2253861"/>
              <a:gd name="connsiteX4" fmla="*/ 1126931 w 2253861"/>
              <a:gd name="connsiteY4" fmla="*/ 123764 h 2253861"/>
              <a:gd name="connsiteX5" fmla="*/ 1126931 w 2253861"/>
              <a:gd name="connsiteY5" fmla="*/ 0 h 2253861"/>
              <a:gd name="connsiteX6" fmla="*/ 0 w 2253861"/>
              <a:gd name="connsiteY6" fmla="*/ 1126931 h 2253861"/>
              <a:gd name="connsiteX7" fmla="*/ 1126931 w 2253861"/>
              <a:gd name="connsiteY7" fmla="*/ 2253862 h 2253861"/>
              <a:gd name="connsiteX8" fmla="*/ 2253862 w 2253861"/>
              <a:gd name="connsiteY8" fmla="*/ 1126931 h 2253861"/>
              <a:gd name="connsiteX9" fmla="*/ 1126931 w 2253861"/>
              <a:gd name="connsiteY9" fmla="*/ 0 h 2253861"/>
              <a:gd name="connsiteX10" fmla="*/ 1126931 w 2253861"/>
              <a:gd name="connsiteY10" fmla="*/ 0 h 2253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53861" h="2253861">
                <a:moveTo>
                  <a:pt x="1126931" y="123764"/>
                </a:moveTo>
                <a:cubicBezTo>
                  <a:pt x="1680093" y="123764"/>
                  <a:pt x="2130098" y="573769"/>
                  <a:pt x="2130098" y="1126931"/>
                </a:cubicBezTo>
                <a:cubicBezTo>
                  <a:pt x="2130098" y="1680093"/>
                  <a:pt x="1680093" y="2130098"/>
                  <a:pt x="1126931" y="2130098"/>
                </a:cubicBezTo>
                <a:cubicBezTo>
                  <a:pt x="573769" y="2130098"/>
                  <a:pt x="123764" y="1680093"/>
                  <a:pt x="123764" y="1126931"/>
                </a:cubicBezTo>
                <a:cubicBezTo>
                  <a:pt x="123764" y="573769"/>
                  <a:pt x="573769" y="123764"/>
                  <a:pt x="1126931" y="123764"/>
                </a:cubicBezTo>
                <a:moveTo>
                  <a:pt x="1126931" y="0"/>
                </a:moveTo>
                <a:cubicBezTo>
                  <a:pt x="504523" y="0"/>
                  <a:pt x="0" y="504523"/>
                  <a:pt x="0" y="1126931"/>
                </a:cubicBezTo>
                <a:cubicBezTo>
                  <a:pt x="0" y="1749339"/>
                  <a:pt x="504523" y="2253862"/>
                  <a:pt x="1126931" y="2253862"/>
                </a:cubicBezTo>
                <a:cubicBezTo>
                  <a:pt x="1749339" y="2253862"/>
                  <a:pt x="2253862" y="1749339"/>
                  <a:pt x="2253862" y="1126931"/>
                </a:cubicBezTo>
                <a:cubicBezTo>
                  <a:pt x="2253862" y="504523"/>
                  <a:pt x="1749339" y="0"/>
                  <a:pt x="1126931" y="0"/>
                </a:cubicBezTo>
                <a:lnTo>
                  <a:pt x="1126931" y="0"/>
                </a:lnTo>
                <a:close/>
              </a:path>
            </a:pathLst>
          </a:custGeo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61764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F59244A-6C8F-FF35-F3A9-54A04A9486FB}"/>
              </a:ext>
            </a:extLst>
          </p:cNvPr>
          <p:cNvSpPr/>
          <p:nvPr/>
        </p:nvSpPr>
        <p:spPr>
          <a:xfrm>
            <a:off x="7872656" y="2922318"/>
            <a:ext cx="899267" cy="899267"/>
          </a:xfrm>
          <a:custGeom>
            <a:avLst/>
            <a:gdLst>
              <a:gd name="connsiteX0" fmla="*/ 449634 w 899267"/>
              <a:gd name="connsiteY0" fmla="*/ 123764 h 899267"/>
              <a:gd name="connsiteX1" fmla="*/ 775504 w 899267"/>
              <a:gd name="connsiteY1" fmla="*/ 449634 h 899267"/>
              <a:gd name="connsiteX2" fmla="*/ 449634 w 899267"/>
              <a:gd name="connsiteY2" fmla="*/ 775504 h 899267"/>
              <a:gd name="connsiteX3" fmla="*/ 123764 w 899267"/>
              <a:gd name="connsiteY3" fmla="*/ 449634 h 899267"/>
              <a:gd name="connsiteX4" fmla="*/ 449634 w 899267"/>
              <a:gd name="connsiteY4" fmla="*/ 123764 h 899267"/>
              <a:gd name="connsiteX5" fmla="*/ 449634 w 899267"/>
              <a:gd name="connsiteY5" fmla="*/ 0 h 899267"/>
              <a:gd name="connsiteX6" fmla="*/ 0 w 899267"/>
              <a:gd name="connsiteY6" fmla="*/ 449634 h 899267"/>
              <a:gd name="connsiteX7" fmla="*/ 449634 w 899267"/>
              <a:gd name="connsiteY7" fmla="*/ 899268 h 899267"/>
              <a:gd name="connsiteX8" fmla="*/ 899267 w 899267"/>
              <a:gd name="connsiteY8" fmla="*/ 449634 h 899267"/>
              <a:gd name="connsiteX9" fmla="*/ 449634 w 899267"/>
              <a:gd name="connsiteY9" fmla="*/ 0 h 899267"/>
              <a:gd name="connsiteX10" fmla="*/ 449634 w 899267"/>
              <a:gd name="connsiteY10" fmla="*/ 0 h 899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99267" h="899267">
                <a:moveTo>
                  <a:pt x="449634" y="123764"/>
                </a:moveTo>
                <a:cubicBezTo>
                  <a:pt x="629339" y="123764"/>
                  <a:pt x="775504" y="269929"/>
                  <a:pt x="775504" y="449634"/>
                </a:cubicBezTo>
                <a:cubicBezTo>
                  <a:pt x="775504" y="629339"/>
                  <a:pt x="629339" y="775504"/>
                  <a:pt x="449634" y="775504"/>
                </a:cubicBezTo>
                <a:cubicBezTo>
                  <a:pt x="269929" y="775504"/>
                  <a:pt x="123764" y="629339"/>
                  <a:pt x="123764" y="449634"/>
                </a:cubicBezTo>
                <a:cubicBezTo>
                  <a:pt x="123764" y="269929"/>
                  <a:pt x="269929" y="123764"/>
                  <a:pt x="449634" y="123764"/>
                </a:cubicBezTo>
                <a:moveTo>
                  <a:pt x="449634" y="0"/>
                </a:moveTo>
                <a:cubicBezTo>
                  <a:pt x="201302" y="0"/>
                  <a:pt x="0" y="201302"/>
                  <a:pt x="0" y="449634"/>
                </a:cubicBezTo>
                <a:cubicBezTo>
                  <a:pt x="0" y="697966"/>
                  <a:pt x="201302" y="899268"/>
                  <a:pt x="449634" y="899268"/>
                </a:cubicBezTo>
                <a:cubicBezTo>
                  <a:pt x="697966" y="899268"/>
                  <a:pt x="899267" y="697966"/>
                  <a:pt x="899267" y="449634"/>
                </a:cubicBezTo>
                <a:cubicBezTo>
                  <a:pt x="899267" y="201302"/>
                  <a:pt x="697966" y="0"/>
                  <a:pt x="449634" y="0"/>
                </a:cubicBezTo>
                <a:lnTo>
                  <a:pt x="449634" y="0"/>
                </a:lnTo>
                <a:close/>
              </a:path>
            </a:pathLst>
          </a:custGeom>
          <a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61764" cap="flat">
            <a:noFill/>
            <a:prstDash val="solid"/>
            <a:miter/>
          </a:ln>
        </p:spPr>
        <p:txBody>
          <a:bodyPr rtlCol="0" anchor="ctr"/>
          <a:lstStyle/>
          <a:p>
            <a:endParaRPr lang="de-CH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EB06803F-022D-E08B-B639-4A32D75D9B17}"/>
              </a:ext>
            </a:extLst>
          </p:cNvPr>
          <p:cNvSpPr/>
          <p:nvPr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one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4584DD5C-35BD-E5D7-31DC-A4B55264F136}"/>
              </a:ext>
            </a:extLst>
          </p:cNvPr>
          <p:cNvSpPr txBox="1">
            <a:spLocks/>
          </p:cNvSpPr>
          <p:nvPr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12" name="Graphic 18">
            <a:extLst>
              <a:ext uri="{FF2B5EF4-FFF2-40B4-BE49-F238E27FC236}">
                <a16:creationId xmlns:a16="http://schemas.microsoft.com/office/drawing/2014/main" id="{1A9529C8-AFEB-95BF-0DF2-2FB93F2DA06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3" name="Rechteck 1">
            <a:extLst>
              <a:ext uri="{FF2B5EF4-FFF2-40B4-BE49-F238E27FC236}">
                <a16:creationId xmlns:a16="http://schemas.microsoft.com/office/drawing/2014/main" id="{5AED4EEF-EF5E-0D6F-D253-2BF1C37D4A1F}"/>
              </a:ext>
            </a:extLst>
          </p:cNvPr>
          <p:cNvSpPr/>
          <p:nvPr userDrawn="1"/>
        </p:nvSpPr>
        <p:spPr>
          <a:xfrm>
            <a:off x="412750" y="1635076"/>
            <a:ext cx="5760000" cy="17738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/>
            <a:r>
              <a:rPr lang="en-GB" sz="5600" noProof="0" dirty="0">
                <a:solidFill>
                  <a:schemeClr val="tx1"/>
                </a:solidFill>
              </a:rPr>
              <a:t>We are</a:t>
            </a:r>
            <a:br>
              <a:rPr lang="en-GB" sz="5600" noProof="0" dirty="0">
                <a:solidFill>
                  <a:schemeClr val="tx1"/>
                </a:solidFill>
              </a:rPr>
            </a:br>
            <a:r>
              <a:rPr lang="en-GB" sz="5600" noProof="0" dirty="0">
                <a:solidFill>
                  <a:schemeClr val="tx1"/>
                </a:solidFill>
              </a:rPr>
              <a:t>one</a:t>
            </a:r>
          </a:p>
        </p:txBody>
      </p:sp>
      <p:sp>
        <p:nvSpPr>
          <p:cNvPr id="15" name="Podtytuł 2">
            <a:extLst>
              <a:ext uri="{FF2B5EF4-FFF2-40B4-BE49-F238E27FC236}">
                <a16:creationId xmlns:a16="http://schemas.microsoft.com/office/drawing/2014/main" id="{C6DF60A4-DAD8-ABEA-3625-B7E02EFA074C}"/>
              </a:ext>
            </a:extLst>
          </p:cNvPr>
          <p:cNvSpPr txBox="1">
            <a:spLocks/>
          </p:cNvSpPr>
          <p:nvPr userDrawn="1"/>
        </p:nvSpPr>
        <p:spPr>
          <a:xfrm>
            <a:off x="412750" y="5822804"/>
            <a:ext cx="4442400" cy="4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pl-PL" sz="24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sz="1800" b="0" i="0" kern="1200" baseline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SzPct val="80000"/>
              <a:buFont typeface="System Font Regular"/>
              <a:buNone/>
              <a:defRPr lang="en-GB" sz="1600" b="1" i="0" kern="1200" baseline="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sz="1600" kern="120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lang="en-GB" sz="1600" b="1" kern="1200" noProof="0">
                <a:solidFill>
                  <a:srgbClr val="3C3834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System Font Regular"/>
              <a:buNone/>
              <a:defRPr lang="en-GB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noProof="0" dirty="0">
              <a:solidFill>
                <a:schemeClr val="tx1"/>
              </a:solidFill>
            </a:endParaRPr>
          </a:p>
        </p:txBody>
      </p:sp>
      <p:pic>
        <p:nvPicPr>
          <p:cNvPr id="20" name="Graphic 18">
            <a:extLst>
              <a:ext uri="{FF2B5EF4-FFF2-40B4-BE49-F238E27FC236}">
                <a16:creationId xmlns:a16="http://schemas.microsoft.com/office/drawing/2014/main" id="{48737686-09C1-39EE-F2D6-642CE9B39B9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801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Our Brand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E2BCA260-4D42-6897-F2F2-D8EEC3D27B3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77235927-9A50-EB86-034C-8D1B37B0465E}"/>
              </a:ext>
            </a:extLst>
          </p:cNvPr>
          <p:cNvSpPr/>
          <p:nvPr/>
        </p:nvSpPr>
        <p:spPr>
          <a:xfrm>
            <a:off x="0" y="5661025"/>
            <a:ext cx="12192000" cy="1196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600" dirty="0" err="1">
              <a:solidFill>
                <a:schemeClr val="bg1"/>
              </a:solidFill>
            </a:endParaRPr>
          </a:p>
        </p:txBody>
      </p:sp>
      <p:pic>
        <p:nvPicPr>
          <p:cNvPr id="10" name="Picture 9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3F8AF07A-8328-45D1-B8F0-4A330E28CA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7597" t="88849" r="49410" b="5901"/>
          <a:stretch/>
        </p:blipFill>
        <p:spPr>
          <a:xfrm>
            <a:off x="4583832" y="6093296"/>
            <a:ext cx="1584176" cy="36004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68C23C0-1C99-915B-2FB4-2F9A5799728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6B17C78-4889-F17F-3301-157C04A24E5C}"/>
              </a:ext>
            </a:extLst>
          </p:cNvPr>
          <p:cNvSpPr txBox="1"/>
          <p:nvPr/>
        </p:nvSpPr>
        <p:spPr>
          <a:xfrm>
            <a:off x="479376" y="1765265"/>
            <a:ext cx="6552728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CH" sz="6600" dirty="0" err="1">
                <a:solidFill>
                  <a:schemeClr val="bg1"/>
                </a:solidFill>
              </a:rPr>
              <a:t>Connected</a:t>
            </a:r>
            <a:r>
              <a:rPr lang="de-CH" sz="6600" dirty="0">
                <a:solidFill>
                  <a:schemeClr val="bg1"/>
                </a:solidFill>
              </a:rPr>
              <a:t> </a:t>
            </a:r>
            <a:r>
              <a:rPr lang="de-CH" sz="6600" dirty="0" err="1">
                <a:solidFill>
                  <a:schemeClr val="bg1"/>
                </a:solidFill>
              </a:rPr>
              <a:t>life</a:t>
            </a:r>
            <a:r>
              <a:rPr lang="de-CH" sz="6600" dirty="0">
                <a:solidFill>
                  <a:schemeClr val="bg1"/>
                </a:solidFill>
              </a:rPr>
              <a:t>,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B20616E-0E08-2793-5C1C-0C68EC314A75}"/>
              </a:ext>
            </a:extLst>
          </p:cNvPr>
          <p:cNvSpPr/>
          <p:nvPr/>
        </p:nvSpPr>
        <p:spPr bwMode="white">
          <a:xfrm>
            <a:off x="2783632" y="2780928"/>
            <a:ext cx="7272808" cy="18466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GB" sz="12000" b="1" cap="none" spc="0" dirty="0">
                <a:ln w="28575">
                  <a:solidFill>
                    <a:schemeClr val="bg1"/>
                  </a:solidFill>
                  <a:prstDash val="solid"/>
                </a:ln>
                <a:noFill/>
              </a:rPr>
              <a:t>brighter.</a:t>
            </a:r>
          </a:p>
        </p:txBody>
      </p:sp>
      <p:pic>
        <p:nvPicPr>
          <p:cNvPr id="14" name="Picture 13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5282E6DA-62AC-DCD3-EA52-A408190A37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301" t="88849" r="41612" b="4851"/>
          <a:stretch/>
        </p:blipFill>
        <p:spPr>
          <a:xfrm>
            <a:off x="6240016" y="6093296"/>
            <a:ext cx="864096" cy="432048"/>
          </a:xfrm>
          <a:prstGeom prst="rect">
            <a:avLst/>
          </a:prstGeom>
        </p:spPr>
      </p:pic>
      <p:pic>
        <p:nvPicPr>
          <p:cNvPr id="15" name="Picture 14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98857527-BCAA-CEBF-4E86-492DEBC34F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1462" t="85699" r="20861" b="3801"/>
          <a:stretch/>
        </p:blipFill>
        <p:spPr>
          <a:xfrm>
            <a:off x="8616280" y="5877272"/>
            <a:ext cx="936104" cy="720080"/>
          </a:xfrm>
          <a:prstGeom prst="rect">
            <a:avLst/>
          </a:prstGeom>
        </p:spPr>
      </p:pic>
      <p:pic>
        <p:nvPicPr>
          <p:cNvPr id="16" name="Picture 15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7F9B32FC-2CCF-D706-7554-3C394B9AD0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9138" t="88849" r="11413" b="5901"/>
          <a:stretch/>
        </p:blipFill>
        <p:spPr>
          <a:xfrm>
            <a:off x="9552385" y="6093296"/>
            <a:ext cx="1152128" cy="360040"/>
          </a:xfrm>
          <a:prstGeom prst="rect">
            <a:avLst/>
          </a:prstGeom>
        </p:spPr>
      </p:pic>
      <p:pic>
        <p:nvPicPr>
          <p:cNvPr id="17" name="Picture 16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FACED9EA-CA85-D97F-AEF0-36B8A85AFA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9157" t="88849" r="29327" b="4851"/>
          <a:stretch/>
        </p:blipFill>
        <p:spPr>
          <a:xfrm>
            <a:off x="7212124" y="6093296"/>
            <a:ext cx="1404156" cy="432048"/>
          </a:xfrm>
          <a:prstGeom prst="rect">
            <a:avLst/>
          </a:prstGeom>
        </p:spPr>
      </p:pic>
      <p:pic>
        <p:nvPicPr>
          <p:cNvPr id="18" name="Picture 17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F16CF7AC-CBF3-CEED-EE21-14E2BA24F5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9784" t="87799" r="2562" b="5901"/>
          <a:stretch/>
        </p:blipFill>
        <p:spPr>
          <a:xfrm>
            <a:off x="10850741" y="6021288"/>
            <a:ext cx="933271" cy="432048"/>
          </a:xfrm>
          <a:prstGeom prst="rect">
            <a:avLst/>
          </a:prstGeom>
        </p:spPr>
      </p:pic>
      <p:pic>
        <p:nvPicPr>
          <p:cNvPr id="2" name="Picture 6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B63185F1-6A43-8499-86A5-713C7A7D6F0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18">
            <a:extLst>
              <a:ext uri="{FF2B5EF4-FFF2-40B4-BE49-F238E27FC236}">
                <a16:creationId xmlns:a16="http://schemas.microsoft.com/office/drawing/2014/main" id="{B9BC9A06-EF2F-E3DA-FB89-F18296D663C4}"/>
              </a:ext>
            </a:extLst>
          </p:cNvPr>
          <p:cNvSpPr/>
          <p:nvPr/>
        </p:nvSpPr>
        <p:spPr>
          <a:xfrm>
            <a:off x="0" y="5661025"/>
            <a:ext cx="12192000" cy="1196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600" dirty="0" err="1">
              <a:solidFill>
                <a:schemeClr val="bg1"/>
              </a:solidFill>
            </a:endParaRPr>
          </a:p>
        </p:txBody>
      </p:sp>
      <p:pic>
        <p:nvPicPr>
          <p:cNvPr id="4" name="Picture 9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02A07103-5452-768E-8A41-17FF58C539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7597" t="88849" r="49410" b="5901"/>
          <a:stretch/>
        </p:blipFill>
        <p:spPr>
          <a:xfrm>
            <a:off x="4583832" y="6093296"/>
            <a:ext cx="1584176" cy="360040"/>
          </a:xfrm>
          <a:prstGeom prst="rect">
            <a:avLst/>
          </a:prstGeom>
        </p:spPr>
      </p:pic>
      <p:pic>
        <p:nvPicPr>
          <p:cNvPr id="5" name="Graphic 7">
            <a:extLst>
              <a:ext uri="{FF2B5EF4-FFF2-40B4-BE49-F238E27FC236}">
                <a16:creationId xmlns:a16="http://schemas.microsoft.com/office/drawing/2014/main" id="{DD04DB1C-BED2-16B6-BDF7-18D38DC87B97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sp>
        <p:nvSpPr>
          <p:cNvPr id="6" name="TextBox 11">
            <a:extLst>
              <a:ext uri="{FF2B5EF4-FFF2-40B4-BE49-F238E27FC236}">
                <a16:creationId xmlns:a16="http://schemas.microsoft.com/office/drawing/2014/main" id="{6243B0B5-5FEB-9B61-E679-8C4F4DAB4503}"/>
              </a:ext>
            </a:extLst>
          </p:cNvPr>
          <p:cNvSpPr txBox="1"/>
          <p:nvPr/>
        </p:nvSpPr>
        <p:spPr>
          <a:xfrm>
            <a:off x="479376" y="1765265"/>
            <a:ext cx="6552728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CH" sz="6600" dirty="0" err="1">
                <a:solidFill>
                  <a:schemeClr val="bg1"/>
                </a:solidFill>
              </a:rPr>
              <a:t>Connected</a:t>
            </a:r>
            <a:r>
              <a:rPr lang="de-CH" sz="6600" dirty="0">
                <a:solidFill>
                  <a:schemeClr val="bg1"/>
                </a:solidFill>
              </a:rPr>
              <a:t> </a:t>
            </a:r>
            <a:r>
              <a:rPr lang="de-CH" sz="6600" dirty="0" err="1">
                <a:solidFill>
                  <a:schemeClr val="bg1"/>
                </a:solidFill>
              </a:rPr>
              <a:t>life</a:t>
            </a:r>
            <a:r>
              <a:rPr lang="de-CH" sz="6600" dirty="0">
                <a:solidFill>
                  <a:schemeClr val="bg1"/>
                </a:solidFill>
              </a:rPr>
              <a:t>,</a:t>
            </a:r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A1CE3CC4-4EAD-2A17-70B7-7B3301E68AAF}"/>
              </a:ext>
            </a:extLst>
          </p:cNvPr>
          <p:cNvSpPr/>
          <p:nvPr/>
        </p:nvSpPr>
        <p:spPr bwMode="white">
          <a:xfrm>
            <a:off x="2783632" y="2780928"/>
            <a:ext cx="7272808" cy="18466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GB" sz="12000" b="1" cap="none" spc="0" dirty="0">
                <a:ln w="28575">
                  <a:solidFill>
                    <a:schemeClr val="bg1"/>
                  </a:solidFill>
                  <a:prstDash val="solid"/>
                </a:ln>
                <a:noFill/>
              </a:rPr>
              <a:t>brighter.</a:t>
            </a:r>
          </a:p>
        </p:txBody>
      </p:sp>
      <p:pic>
        <p:nvPicPr>
          <p:cNvPr id="11" name="Picture 13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7F81D311-4F4D-244C-37A1-4E047209DF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301" t="88849" r="41612" b="4851"/>
          <a:stretch/>
        </p:blipFill>
        <p:spPr>
          <a:xfrm>
            <a:off x="6240016" y="6093296"/>
            <a:ext cx="864096" cy="432048"/>
          </a:xfrm>
          <a:prstGeom prst="rect">
            <a:avLst/>
          </a:prstGeom>
        </p:spPr>
      </p:pic>
      <p:pic>
        <p:nvPicPr>
          <p:cNvPr id="20" name="Picture 14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28DC3CEF-DB75-F8A2-5AD6-0C7A9CED93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1462" t="85699" r="20861" b="3801"/>
          <a:stretch/>
        </p:blipFill>
        <p:spPr>
          <a:xfrm>
            <a:off x="8616280" y="5877272"/>
            <a:ext cx="936104" cy="720080"/>
          </a:xfrm>
          <a:prstGeom prst="rect">
            <a:avLst/>
          </a:prstGeom>
        </p:spPr>
      </p:pic>
      <p:pic>
        <p:nvPicPr>
          <p:cNvPr id="21" name="Picture 15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0EF99EE7-18A4-2862-5B30-AAF5787475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9138" t="88849" r="11413" b="5901"/>
          <a:stretch/>
        </p:blipFill>
        <p:spPr>
          <a:xfrm>
            <a:off x="9552385" y="6093296"/>
            <a:ext cx="1152128" cy="360040"/>
          </a:xfrm>
          <a:prstGeom prst="rect">
            <a:avLst/>
          </a:prstGeom>
        </p:spPr>
      </p:pic>
      <p:pic>
        <p:nvPicPr>
          <p:cNvPr id="22" name="Picture 16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E75B65CC-230C-6751-C675-03CE6E04D3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9157" t="88849" r="29327" b="4851"/>
          <a:stretch/>
        </p:blipFill>
        <p:spPr>
          <a:xfrm>
            <a:off x="7212124" y="6093296"/>
            <a:ext cx="1404156" cy="432048"/>
          </a:xfrm>
          <a:prstGeom prst="rect">
            <a:avLst/>
          </a:prstGeom>
        </p:spPr>
      </p:pic>
      <p:pic>
        <p:nvPicPr>
          <p:cNvPr id="23" name="Picture 17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F48F5CE5-8C78-B6D8-0C62-8B6EA43F18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9784" t="87799" r="2562" b="5901"/>
          <a:stretch/>
        </p:blipFill>
        <p:spPr>
          <a:xfrm>
            <a:off x="10850741" y="6021288"/>
            <a:ext cx="933271" cy="432048"/>
          </a:xfrm>
          <a:prstGeom prst="rect">
            <a:avLst/>
          </a:prstGeom>
        </p:spPr>
      </p:pic>
      <p:pic>
        <p:nvPicPr>
          <p:cNvPr id="24" name="Picture 6" descr="A close-up of a red and yellow background&#10;&#10;Description automatically generated">
            <a:extLst>
              <a:ext uri="{FF2B5EF4-FFF2-40B4-BE49-F238E27FC236}">
                <a16:creationId xmlns:a16="http://schemas.microsoft.com/office/drawing/2014/main" id="{FAECECCF-0D3E-3152-8D61-BA9DC1BBEA3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Rectangle 18">
            <a:extLst>
              <a:ext uri="{FF2B5EF4-FFF2-40B4-BE49-F238E27FC236}">
                <a16:creationId xmlns:a16="http://schemas.microsoft.com/office/drawing/2014/main" id="{CDFFEA21-3DF0-5076-C4FF-F80B6849EA65}"/>
              </a:ext>
            </a:extLst>
          </p:cNvPr>
          <p:cNvSpPr/>
          <p:nvPr userDrawn="1"/>
        </p:nvSpPr>
        <p:spPr>
          <a:xfrm>
            <a:off x="0" y="5661025"/>
            <a:ext cx="12192000" cy="1196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600" dirty="0" err="1">
              <a:solidFill>
                <a:schemeClr val="bg1"/>
              </a:solidFill>
            </a:endParaRPr>
          </a:p>
        </p:txBody>
      </p:sp>
      <p:pic>
        <p:nvPicPr>
          <p:cNvPr id="26" name="Picture 9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020FB6D1-3DBC-3788-83CC-675C4382A34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7597" t="88849" r="49410" b="5901"/>
          <a:stretch/>
        </p:blipFill>
        <p:spPr>
          <a:xfrm>
            <a:off x="4583832" y="6093296"/>
            <a:ext cx="1584176" cy="360040"/>
          </a:xfrm>
          <a:prstGeom prst="rect">
            <a:avLst/>
          </a:prstGeom>
        </p:spPr>
      </p:pic>
      <p:pic>
        <p:nvPicPr>
          <p:cNvPr id="27" name="Graphic 7">
            <a:extLst>
              <a:ext uri="{FF2B5EF4-FFF2-40B4-BE49-F238E27FC236}">
                <a16:creationId xmlns:a16="http://schemas.microsoft.com/office/drawing/2014/main" id="{5EEB19E4-BE29-4A87-AC24-96395EB54E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2948" t="28345" r="32905" b="28599"/>
          <a:stretch/>
        </p:blipFill>
        <p:spPr>
          <a:xfrm>
            <a:off x="10850742" y="265672"/>
            <a:ext cx="928866" cy="828000"/>
          </a:xfrm>
          <a:prstGeom prst="rect">
            <a:avLst/>
          </a:prstGeom>
        </p:spPr>
      </p:pic>
      <p:pic>
        <p:nvPicPr>
          <p:cNvPr id="30" name="Picture 13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F5270C39-687E-9AAC-C1F3-3F2C2207DA1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301" t="88849" r="41612" b="4851"/>
          <a:stretch/>
        </p:blipFill>
        <p:spPr>
          <a:xfrm>
            <a:off x="6240016" y="6093296"/>
            <a:ext cx="864096" cy="432048"/>
          </a:xfrm>
          <a:prstGeom prst="rect">
            <a:avLst/>
          </a:prstGeom>
        </p:spPr>
      </p:pic>
      <p:pic>
        <p:nvPicPr>
          <p:cNvPr id="31" name="Picture 14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8EE9DDC0-2438-ED68-E94D-8D9BF6CF82E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1462" t="85699" r="20861" b="3801"/>
          <a:stretch/>
        </p:blipFill>
        <p:spPr>
          <a:xfrm>
            <a:off x="8616280" y="5877272"/>
            <a:ext cx="936104" cy="720080"/>
          </a:xfrm>
          <a:prstGeom prst="rect">
            <a:avLst/>
          </a:prstGeom>
        </p:spPr>
      </p:pic>
      <p:pic>
        <p:nvPicPr>
          <p:cNvPr id="32" name="Picture 15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36F9B5B1-D8CC-7A68-3973-D6A231AB2B4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9138" t="88849" r="11413" b="5901"/>
          <a:stretch/>
        </p:blipFill>
        <p:spPr>
          <a:xfrm>
            <a:off x="9552385" y="6093296"/>
            <a:ext cx="1152128" cy="360040"/>
          </a:xfrm>
          <a:prstGeom prst="rect">
            <a:avLst/>
          </a:prstGeom>
        </p:spPr>
      </p:pic>
      <p:pic>
        <p:nvPicPr>
          <p:cNvPr id="33" name="Picture 16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CF657AEC-9E6F-0CB1-47CD-D921F940FD4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9157" t="88849" r="29327" b="4851"/>
          <a:stretch/>
        </p:blipFill>
        <p:spPr>
          <a:xfrm>
            <a:off x="7212124" y="6093296"/>
            <a:ext cx="1404156" cy="432048"/>
          </a:xfrm>
          <a:prstGeom prst="rect">
            <a:avLst/>
          </a:prstGeom>
        </p:spPr>
      </p:pic>
      <p:pic>
        <p:nvPicPr>
          <p:cNvPr id="34" name="Picture 17" descr="A colorful background with white text&#10;&#10;Description automatically generated">
            <a:extLst>
              <a:ext uri="{FF2B5EF4-FFF2-40B4-BE49-F238E27FC236}">
                <a16:creationId xmlns:a16="http://schemas.microsoft.com/office/drawing/2014/main" id="{305DA1B3-8D4D-4459-F8D9-6E0F63FBED5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9784" t="87799" r="2562" b="5901"/>
          <a:stretch/>
        </p:blipFill>
        <p:spPr>
          <a:xfrm>
            <a:off x="10850741" y="6021288"/>
            <a:ext cx="933271" cy="432048"/>
          </a:xfrm>
          <a:prstGeom prst="rect">
            <a:avLst/>
          </a:prstGeom>
        </p:spPr>
      </p:pic>
      <p:pic>
        <p:nvPicPr>
          <p:cNvPr id="35" name="Picture 34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8EE30C54-6871-F6CE-1A1C-39E73C6089C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553" y="1765265"/>
            <a:ext cx="9822734" cy="3080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4180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ags" Target="../tags/tag2.xml"/><Relationship Id="rId47" Type="http://schemas.openxmlformats.org/officeDocument/2006/relationships/tags" Target="../tags/tag7.xml"/><Relationship Id="rId50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tags" Target="../tags/tag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tags" Target="../tags/tag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ags" Target="../tags/tag3.xml"/><Relationship Id="rId48" Type="http://schemas.openxmlformats.org/officeDocument/2006/relationships/oleObject" Target="../embeddings/oleObject1.bin"/><Relationship Id="rId8" Type="http://schemas.openxmlformats.org/officeDocument/2006/relationships/slideLayout" Target="../slideLayouts/slideLayout8.xml"/><Relationship Id="rId51" Type="http://schemas.openxmlformats.org/officeDocument/2006/relationships/image" Target="../media/image3.svg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ags" Target="../tags/tag6.xml"/><Relationship Id="rId20" Type="http://schemas.openxmlformats.org/officeDocument/2006/relationships/slideLayout" Target="../slideLayouts/slideLayout20.xml"/><Relationship Id="rId4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3CCCBF11-9A38-A2AF-ACF3-2EB64D732E18}"/>
              </a:ext>
            </a:extLst>
          </p:cNvPr>
          <p:cNvGraphicFramePr>
            <a:graphicFrameLocks noChangeAspect="1"/>
          </p:cNvGraphicFramePr>
          <p:nvPr>
            <p:custDataLst>
              <p:tags r:id="rId42"/>
            </p:custDataLst>
            <p:extLst>
              <p:ext uri="{D42A27DB-BD31-4B8C-83A1-F6EECF244321}">
                <p14:modId xmlns:p14="http://schemas.microsoft.com/office/powerpoint/2010/main" val="36281860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8" imgW="329" imgH="330" progId="TCLayout.ActiveDocument.1">
                  <p:embed/>
                </p:oleObj>
              </mc:Choice>
              <mc:Fallback>
                <p:oleObj name="think-cell Slide" r:id="rId48" imgW="329" imgH="33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3CCCBF11-9A38-A2AF-ACF3-2EB64D732E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05A0DAC-AFC4-037D-3963-6D516F593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800" y="260350"/>
            <a:ext cx="9720000" cy="86645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GB" noProof="0" dirty="0"/>
              <a:t>Headline Tahoma Regular 30pt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EE2908F-BAA4-A659-E917-29CEC560F9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800" y="1414800"/>
            <a:ext cx="11376000" cy="47510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 dirty="0"/>
              <a:t>Click to add text Level 1 Tahoma Regular 18pt</a:t>
            </a:r>
          </a:p>
          <a:p>
            <a:pPr lvl="1"/>
            <a:r>
              <a:rPr lang="en-GB" noProof="0" dirty="0"/>
              <a:t>Click to add Level 2 Tahoma Regular 18pt</a:t>
            </a:r>
          </a:p>
          <a:p>
            <a:pPr lvl="2"/>
            <a:r>
              <a:rPr lang="en-GB" noProof="0" dirty="0"/>
              <a:t>Click to add Level 3 Tahoma Regular 18pt</a:t>
            </a:r>
          </a:p>
          <a:p>
            <a:pPr lvl="3"/>
            <a:r>
              <a:rPr lang="en-GB" noProof="0" dirty="0"/>
              <a:t>Click to add Level 4 Tahoma Regular 18pt</a:t>
            </a:r>
          </a:p>
          <a:p>
            <a:pPr lvl="4"/>
            <a:r>
              <a:rPr lang="en-GB" noProof="0" dirty="0"/>
              <a:t>Click to add Level 5 Tahoma Regular 14pt</a:t>
            </a:r>
          </a:p>
          <a:p>
            <a:pPr lvl="5"/>
            <a:r>
              <a:rPr lang="en-GB" noProof="0" dirty="0"/>
              <a:t>Click to add Level 6 Tahoma Regular 14pt</a:t>
            </a:r>
          </a:p>
          <a:p>
            <a:pPr lvl="6"/>
            <a:r>
              <a:rPr lang="en-GB" noProof="0" dirty="0"/>
              <a:t>Click to add Level 7 Tahoma Regular 14pt</a:t>
            </a:r>
          </a:p>
          <a:p>
            <a:pPr lvl="7"/>
            <a:r>
              <a:rPr lang="en-GB" noProof="0" dirty="0"/>
              <a:t>Click to add Level 8 Tahoma Regular 14pt</a:t>
            </a:r>
          </a:p>
          <a:p>
            <a:pPr lvl="8"/>
            <a:r>
              <a:rPr lang="en-GB" noProof="0" dirty="0"/>
              <a:t>Click to add Level 9 Tahoma Regular 14pt</a:t>
            </a:r>
          </a:p>
          <a:p>
            <a:pPr lvl="0"/>
            <a:endParaRPr lang="en-GB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227A16A-BB54-E88E-B83E-6EF6FAED5A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08368" y="6308986"/>
            <a:ext cx="1807096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22B4C34-8539-4A47-8763-AA072889AAA3}" type="datetime1">
              <a:rPr lang="en-GB" smtClean="0"/>
              <a:t>16/06/2026</a:t>
            </a:fld>
            <a:endParaRPr lang="en-GB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0962254-04A2-0FDD-D73F-529E1872A4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7988" y="6308987"/>
            <a:ext cx="4114800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description - CONFIDENTIALTY NOTE</a:t>
            </a:r>
            <a:endParaRPr lang="en-GB" dirty="0"/>
          </a:p>
        </p:txBody>
      </p:sp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00B39916-9D0D-C537-3370-9545779CF388}"/>
              </a:ext>
            </a:extLst>
          </p:cNvPr>
          <p:cNvGraphicFramePr>
            <a:graphicFrameLocks noChangeAspect="1"/>
          </p:cNvGraphicFramePr>
          <p:nvPr>
            <p:custDataLst>
              <p:tags r:id="rId43"/>
            </p:custDataLst>
            <p:extLst>
              <p:ext uri="{D42A27DB-BD31-4B8C-83A1-F6EECF244321}">
                <p14:modId xmlns:p14="http://schemas.microsoft.com/office/powerpoint/2010/main" val="36281860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8" imgW="329" imgH="330" progId="TCLayout.ActiveDocument.1">
                  <p:embed/>
                </p:oleObj>
              </mc:Choice>
              <mc:Fallback>
                <p:oleObj name="think-cell Slide" r:id="rId48" imgW="329" imgH="330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00B39916-9D0D-C537-3370-9545779CF3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ymbol zastępczy numeru slajdu 5">
            <a:extLst>
              <a:ext uri="{FF2B5EF4-FFF2-40B4-BE49-F238E27FC236}">
                <a16:creationId xmlns:a16="http://schemas.microsoft.com/office/drawing/2014/main" id="{A6246EE1-FA31-3239-77A4-34542B4B10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501" y="6308986"/>
            <a:ext cx="364299" cy="3603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622C71B-F0A5-40B6-B6DA-5780E9494F8A}" type="slidenum">
              <a:rPr lang="en-GB" smtClean="0"/>
              <a:pPr/>
              <a:t>‹#›</a:t>
            </a:fld>
            <a:endParaRPr lang="en-GB" dirty="0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8A90979E-23E4-1657-280F-6ED312BB7AEF}"/>
              </a:ext>
            </a:extLst>
          </p:cNvPr>
          <p:cNvGraphicFramePr>
            <a:graphicFrameLocks noChangeAspect="1"/>
          </p:cNvGraphicFramePr>
          <p:nvPr>
            <p:custDataLst>
              <p:tags r:id="rId44"/>
            </p:custDataLst>
            <p:extLst>
              <p:ext uri="{D42A27DB-BD31-4B8C-83A1-F6EECF244321}">
                <p14:modId xmlns:p14="http://schemas.microsoft.com/office/powerpoint/2010/main" val="36281860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8" imgW="329" imgH="330" progId="TCLayout.ActiveDocument.1">
                  <p:embed/>
                </p:oleObj>
              </mc:Choice>
              <mc:Fallback>
                <p:oleObj name="think-cell Slide" r:id="rId48" imgW="329" imgH="330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8A90979E-23E4-1657-280F-6ED312BB7A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Graphic 9">
            <a:extLst>
              <a:ext uri="{FF2B5EF4-FFF2-40B4-BE49-F238E27FC236}">
                <a16:creationId xmlns:a16="http://schemas.microsoft.com/office/drawing/2014/main" id="{C79B6271-77FD-55D3-4090-3A3C88F0A651}"/>
              </a:ext>
            </a:extLst>
          </p:cNvPr>
          <p:cNvPicPr>
            <a:picLocks noChangeAspect="1"/>
          </p:cNvPicPr>
          <p:nvPr/>
        </p:nvPicPr>
        <p:blipFill rotWithShape="1">
          <a:blip r:embed="rId5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graphicFrame>
        <p:nvGraphicFramePr>
          <p:cNvPr id="11" name="Object 10" hidden="1">
            <a:extLst>
              <a:ext uri="{FF2B5EF4-FFF2-40B4-BE49-F238E27FC236}">
                <a16:creationId xmlns:a16="http://schemas.microsoft.com/office/drawing/2014/main" id="{034AE4AC-F454-AC89-A825-51757F777F50}"/>
              </a:ext>
            </a:extLst>
          </p:cNvPr>
          <p:cNvGraphicFramePr>
            <a:graphicFrameLocks noChangeAspect="1"/>
          </p:cNvGraphicFramePr>
          <p:nvPr>
            <p:custDataLst>
              <p:tags r:id="rId45"/>
            </p:custDataLst>
            <p:extLst>
              <p:ext uri="{D42A27DB-BD31-4B8C-83A1-F6EECF244321}">
                <p14:modId xmlns:p14="http://schemas.microsoft.com/office/powerpoint/2010/main" val="36281860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8" imgW="329" imgH="330" progId="TCLayout.ActiveDocument.1">
                  <p:embed/>
                </p:oleObj>
              </mc:Choice>
              <mc:Fallback>
                <p:oleObj name="think-cell Slide" r:id="rId48" imgW="329" imgH="330" progId="TCLayout.ActiveDocument.1">
                  <p:embed/>
                  <p:pic>
                    <p:nvPicPr>
                      <p:cNvPr id="11" name="Object 10" hidden="1">
                        <a:extLst>
                          <a:ext uri="{FF2B5EF4-FFF2-40B4-BE49-F238E27FC236}">
                            <a16:creationId xmlns:a16="http://schemas.microsoft.com/office/drawing/2014/main" id="{034AE4AC-F454-AC89-A825-51757F777F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Graphic 11">
            <a:extLst>
              <a:ext uri="{FF2B5EF4-FFF2-40B4-BE49-F238E27FC236}">
                <a16:creationId xmlns:a16="http://schemas.microsoft.com/office/drawing/2014/main" id="{E63FA866-9D88-1FE2-4777-465A06E172E0}"/>
              </a:ext>
            </a:extLst>
          </p:cNvPr>
          <p:cNvPicPr>
            <a:picLocks noChangeAspect="1"/>
          </p:cNvPicPr>
          <p:nvPr/>
        </p:nvPicPr>
        <p:blipFill rotWithShape="1">
          <a:blip r:embed="rId5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graphicFrame>
        <p:nvGraphicFramePr>
          <p:cNvPr id="13" name="Object 10" hidden="1">
            <a:extLst>
              <a:ext uri="{FF2B5EF4-FFF2-40B4-BE49-F238E27FC236}">
                <a16:creationId xmlns:a16="http://schemas.microsoft.com/office/drawing/2014/main" id="{6B04C1BE-CC30-D251-C839-B57872B21E00}"/>
              </a:ext>
            </a:extLst>
          </p:cNvPr>
          <p:cNvGraphicFramePr>
            <a:graphicFrameLocks noChangeAspect="1"/>
          </p:cNvGraphicFramePr>
          <p:nvPr>
            <p:custDataLst>
              <p:tags r:id="rId46"/>
            </p:custDataLst>
            <p:extLst>
              <p:ext uri="{D42A27DB-BD31-4B8C-83A1-F6EECF244321}">
                <p14:modId xmlns:p14="http://schemas.microsoft.com/office/powerpoint/2010/main" val="36281860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8" imgW="329" imgH="330" progId="TCLayout.ActiveDocument.1">
                  <p:embed/>
                </p:oleObj>
              </mc:Choice>
              <mc:Fallback>
                <p:oleObj name="think-cell Slide" r:id="rId48" imgW="329" imgH="330" progId="TCLayout.ActiveDocument.1">
                  <p:embed/>
                  <p:pic>
                    <p:nvPicPr>
                      <p:cNvPr id="13" name="Object 10" hidden="1">
                        <a:extLst>
                          <a:ext uri="{FF2B5EF4-FFF2-40B4-BE49-F238E27FC236}">
                            <a16:creationId xmlns:a16="http://schemas.microsoft.com/office/drawing/2014/main" id="{6B04C1BE-CC30-D251-C839-B57872B21E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Graphic 11">
            <a:extLst>
              <a:ext uri="{FF2B5EF4-FFF2-40B4-BE49-F238E27FC236}">
                <a16:creationId xmlns:a16="http://schemas.microsoft.com/office/drawing/2014/main" id="{5774CDDD-F685-7F89-9417-3CA8D726AB5D}"/>
              </a:ext>
            </a:extLst>
          </p:cNvPr>
          <p:cNvPicPr>
            <a:picLocks noChangeAspect="1"/>
          </p:cNvPicPr>
          <p:nvPr/>
        </p:nvPicPr>
        <p:blipFill rotWithShape="1">
          <a:blip r:embed="rId5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graphicFrame>
        <p:nvGraphicFramePr>
          <p:cNvPr id="15" name="Object 10" hidden="1">
            <a:extLst>
              <a:ext uri="{FF2B5EF4-FFF2-40B4-BE49-F238E27FC236}">
                <a16:creationId xmlns:a16="http://schemas.microsoft.com/office/drawing/2014/main" id="{E2781A45-565A-04D3-B520-4A53FD9B39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7"/>
            </p:custDataLst>
            <p:extLst>
              <p:ext uri="{D42A27DB-BD31-4B8C-83A1-F6EECF244321}">
                <p14:modId xmlns:p14="http://schemas.microsoft.com/office/powerpoint/2010/main" val="36281860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8" imgW="329" imgH="330" progId="TCLayout.ActiveDocument.1">
                  <p:embed/>
                </p:oleObj>
              </mc:Choice>
              <mc:Fallback>
                <p:oleObj name="think-cell Slide" r:id="rId48" imgW="329" imgH="330" progId="TCLayout.ActiveDocument.1">
                  <p:embed/>
                  <p:pic>
                    <p:nvPicPr>
                      <p:cNvPr id="15" name="Object 10" hidden="1">
                        <a:extLst>
                          <a:ext uri="{FF2B5EF4-FFF2-40B4-BE49-F238E27FC236}">
                            <a16:creationId xmlns:a16="http://schemas.microsoft.com/office/drawing/2014/main" id="{E2781A45-565A-04D3-B520-4A53FD9B39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Graphic 11">
            <a:extLst>
              <a:ext uri="{FF2B5EF4-FFF2-40B4-BE49-F238E27FC236}">
                <a16:creationId xmlns:a16="http://schemas.microsoft.com/office/drawing/2014/main" id="{868185EA-1E60-070B-D501-FDBAAFB0C2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rcRect l="33027" t="28609" r="33027" b="28608"/>
          <a:stretch/>
        </p:blipFill>
        <p:spPr>
          <a:xfrm>
            <a:off x="10854279" y="265984"/>
            <a:ext cx="929309" cy="8280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FA797C6-BF01-F46B-E5B5-264966AEDE5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93562" y="6642100"/>
            <a:ext cx="4333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CZ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341409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1" r:id="rId1"/>
    <p:sldLayoutId id="2147483862" r:id="rId2"/>
    <p:sldLayoutId id="2147483863" r:id="rId3"/>
    <p:sldLayoutId id="2147483864" r:id="rId4"/>
    <p:sldLayoutId id="2147483865" r:id="rId5"/>
    <p:sldLayoutId id="2147483866" r:id="rId6"/>
    <p:sldLayoutId id="2147483867" r:id="rId7"/>
    <p:sldLayoutId id="2147483868" r:id="rId8"/>
    <p:sldLayoutId id="2147483869" r:id="rId9"/>
    <p:sldLayoutId id="2147483870" r:id="rId10"/>
    <p:sldLayoutId id="2147483871" r:id="rId11"/>
    <p:sldLayoutId id="2147483872" r:id="rId12"/>
    <p:sldLayoutId id="2147483873" r:id="rId13"/>
    <p:sldLayoutId id="2147483874" r:id="rId14"/>
    <p:sldLayoutId id="2147483875" r:id="rId15"/>
    <p:sldLayoutId id="2147483876" r:id="rId16"/>
    <p:sldLayoutId id="2147483877" r:id="rId17"/>
    <p:sldLayoutId id="2147483878" r:id="rId18"/>
    <p:sldLayoutId id="2147483879" r:id="rId19"/>
    <p:sldLayoutId id="2147483880" r:id="rId20"/>
    <p:sldLayoutId id="2147483881" r:id="rId21"/>
    <p:sldLayoutId id="2147483882" r:id="rId22"/>
    <p:sldLayoutId id="2147483884" r:id="rId23"/>
    <p:sldLayoutId id="2147483885" r:id="rId24"/>
    <p:sldLayoutId id="2147483886" r:id="rId25"/>
    <p:sldLayoutId id="2147483887" r:id="rId26"/>
    <p:sldLayoutId id="2147483888" r:id="rId27"/>
    <p:sldLayoutId id="2147483889" r:id="rId28"/>
    <p:sldLayoutId id="2147483890" r:id="rId29"/>
    <p:sldLayoutId id="2147483891" r:id="rId30"/>
    <p:sldLayoutId id="2147483892" r:id="rId31"/>
    <p:sldLayoutId id="2147483893" r:id="rId32"/>
    <p:sldLayoutId id="2147483894" r:id="rId33"/>
    <p:sldLayoutId id="2147483895" r:id="rId34"/>
    <p:sldLayoutId id="2147483896" r:id="rId35"/>
    <p:sldLayoutId id="2147483897" r:id="rId36"/>
    <p:sldLayoutId id="2147483898" r:id="rId37"/>
    <p:sldLayoutId id="2147483899" r:id="rId38"/>
    <p:sldLayoutId id="2147483900" r:id="rId39"/>
    <p:sldLayoutId id="2147483901" r:id="rId4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63525" indent="-2635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36575" indent="-27305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63525" indent="-2635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536575" indent="-27305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None/>
        <a:defRPr sz="14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811213" indent="-274638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8" pos="257" userDrawn="1">
          <p15:clr>
            <a:srgbClr val="F26B43"/>
          </p15:clr>
        </p15:guide>
        <p15:guide id="29" pos="7423" userDrawn="1">
          <p15:clr>
            <a:srgbClr val="F26B43"/>
          </p15:clr>
        </p15:guide>
        <p15:guide id="30" orient="horz" pos="164" userDrawn="1">
          <p15:clr>
            <a:srgbClr val="F26B43"/>
          </p15:clr>
        </p15:guide>
        <p15:guide id="31" orient="horz" pos="38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8.png"/><Relationship Id="rId5" Type="http://schemas.openxmlformats.org/officeDocument/2006/relationships/customXml" Target="../ink/ink2.xml"/><Relationship Id="rId4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0.png"/><Relationship Id="rId3" Type="http://schemas.openxmlformats.org/officeDocument/2006/relationships/customXml" Target="../ink/ink5.xml"/><Relationship Id="rId7" Type="http://schemas.openxmlformats.org/officeDocument/2006/relationships/customXml" Target="../ink/ink7.xm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50.png"/><Relationship Id="rId5" Type="http://schemas.openxmlformats.org/officeDocument/2006/relationships/customXml" Target="../ink/ink6.xml"/><Relationship Id="rId10" Type="http://schemas.openxmlformats.org/officeDocument/2006/relationships/image" Target="../media/image370.png"/><Relationship Id="rId4" Type="http://schemas.openxmlformats.org/officeDocument/2006/relationships/image" Target="../media/image340.png"/><Relationship Id="rId9" Type="http://schemas.openxmlformats.org/officeDocument/2006/relationships/customXml" Target="../ink/ink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customXml" Target="../ink/ink9.xml"/><Relationship Id="rId7" Type="http://schemas.openxmlformats.org/officeDocument/2006/relationships/customXml" Target="../ink/ink11.xm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0.png"/><Relationship Id="rId5" Type="http://schemas.openxmlformats.org/officeDocument/2006/relationships/customXml" Target="../ink/ink10.xml"/><Relationship Id="rId4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customXml" Target="../ink/ink17.xml"/><Relationship Id="rId18" Type="http://schemas.openxmlformats.org/officeDocument/2006/relationships/image" Target="../media/image50.png"/><Relationship Id="rId3" Type="http://schemas.openxmlformats.org/officeDocument/2006/relationships/customXml" Target="../ink/ink12.xml"/><Relationship Id="rId7" Type="http://schemas.openxmlformats.org/officeDocument/2006/relationships/customXml" Target="../ink/ink14.xml"/><Relationship Id="rId12" Type="http://schemas.openxmlformats.org/officeDocument/2006/relationships/image" Target="../media/image47.png"/><Relationship Id="rId17" Type="http://schemas.openxmlformats.org/officeDocument/2006/relationships/customXml" Target="../ink/ink19.xml"/><Relationship Id="rId2" Type="http://schemas.openxmlformats.org/officeDocument/2006/relationships/image" Target="../media/image42.png"/><Relationship Id="rId16" Type="http://schemas.openxmlformats.org/officeDocument/2006/relationships/image" Target="../media/image49.png"/><Relationship Id="rId20" Type="http://schemas.openxmlformats.org/officeDocument/2006/relationships/image" Target="../media/image5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4.png"/><Relationship Id="rId11" Type="http://schemas.openxmlformats.org/officeDocument/2006/relationships/customXml" Target="../ink/ink16.xml"/><Relationship Id="rId5" Type="http://schemas.openxmlformats.org/officeDocument/2006/relationships/customXml" Target="../ink/ink13.xml"/><Relationship Id="rId15" Type="http://schemas.openxmlformats.org/officeDocument/2006/relationships/customXml" Target="../ink/ink18.xml"/><Relationship Id="rId10" Type="http://schemas.openxmlformats.org/officeDocument/2006/relationships/image" Target="../media/image46.png"/><Relationship Id="rId19" Type="http://schemas.openxmlformats.org/officeDocument/2006/relationships/customXml" Target="../ink/ink20.xml"/><Relationship Id="rId4" Type="http://schemas.openxmlformats.org/officeDocument/2006/relationships/image" Target="../media/image43.png"/><Relationship Id="rId9" Type="http://schemas.openxmlformats.org/officeDocument/2006/relationships/customXml" Target="../ink/ink15.xml"/><Relationship Id="rId14" Type="http://schemas.openxmlformats.org/officeDocument/2006/relationships/image" Target="../media/image4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customXml" Target="../ink/ink21.xml"/><Relationship Id="rId7" Type="http://schemas.openxmlformats.org/officeDocument/2006/relationships/customXml" Target="../ink/ink23.xml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4.png"/><Relationship Id="rId5" Type="http://schemas.openxmlformats.org/officeDocument/2006/relationships/customXml" Target="../ink/ink22.xml"/><Relationship Id="rId4" Type="http://schemas.openxmlformats.org/officeDocument/2006/relationships/image" Target="../media/image5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24.xml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5.xml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28.xml"/><Relationship Id="rId3" Type="http://schemas.openxmlformats.org/officeDocument/2006/relationships/image" Target="../media/image60.pn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6" Type="http://schemas.openxmlformats.org/officeDocument/2006/relationships/customXml" Target="../ink/ink27.xml"/><Relationship Id="rId11" Type="http://schemas.openxmlformats.org/officeDocument/2006/relationships/image" Target="../media/image64.png"/><Relationship Id="rId5" Type="http://schemas.openxmlformats.org/officeDocument/2006/relationships/image" Target="../media/image61.png"/><Relationship Id="rId10" Type="http://schemas.openxmlformats.org/officeDocument/2006/relationships/customXml" Target="../ink/ink29.xml"/><Relationship Id="rId4" Type="http://schemas.openxmlformats.org/officeDocument/2006/relationships/customXml" Target="../ink/ink26.xml"/><Relationship Id="rId9" Type="http://schemas.openxmlformats.org/officeDocument/2006/relationships/image" Target="../media/image6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0B7160-ADC6-2DDB-4197-C70837C70C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WiFi</a:t>
            </a:r>
            <a:r>
              <a:rPr lang="en-GB" dirty="0"/>
              <a:t> Booster Impact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2A40CC7-1004-6602-7F83-0795C5B734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err="1"/>
              <a:t>Juniora</a:t>
            </a:r>
            <a:r>
              <a:rPr lang="en-GB" dirty="0"/>
              <a:t> </a:t>
            </a:r>
            <a:r>
              <a:rPr lang="en-GB" dirty="0" err="1"/>
              <a:t>Nalyst</a:t>
            </a:r>
            <a:endParaRPr lang="en-GB" dirty="0"/>
          </a:p>
          <a:p>
            <a:r>
              <a:rPr lang="en-GB" dirty="0"/>
              <a:t>15.05.2026</a:t>
            </a:r>
          </a:p>
        </p:txBody>
      </p:sp>
    </p:spTree>
    <p:extLst>
      <p:ext uri="{BB962C8B-B14F-4D97-AF65-F5344CB8AC3E}">
        <p14:creationId xmlns:p14="http://schemas.microsoft.com/office/powerpoint/2010/main" val="2749131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35DDE-14C4-8381-6ABB-C929FACBDB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EDA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902261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69CDEB-B8F6-7486-9E94-1084802F1DC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2BD7BEA-F208-4EA6-9D7D-7072581083D1}" type="datetime1">
              <a:rPr lang="en-GB" smtClean="0"/>
              <a:t>16/06/2026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38A238-C162-9701-ABCA-28C572D09B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EE9D4C-E14E-1D89-D32E-3856E8A485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3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6336CD-7171-FC97-9774-32668374C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400" y="2348880"/>
            <a:ext cx="7373379" cy="209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878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BD5E50-265E-52A6-9FA1-C9B759DE807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2BD7BEA-F208-4EA6-9D7D-7072581083D1}" type="datetime1">
              <a:rPr lang="en-GB" smtClean="0"/>
              <a:t>16/06/2026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DFF168-1FD8-AB89-4626-4F495EEB7B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595868-4FCF-2FD5-44E6-8F292FAC83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4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9ADE32-3996-66BC-E4D6-72BA5931E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94" y="1576129"/>
            <a:ext cx="11603069" cy="3705742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070C7D5-2EA5-80DB-695B-FA486B2820AC}"/>
              </a:ext>
            </a:extLst>
          </p:cNvPr>
          <p:cNvGrpSpPr/>
          <p:nvPr/>
        </p:nvGrpSpPr>
        <p:grpSpPr>
          <a:xfrm>
            <a:off x="8029031" y="2452661"/>
            <a:ext cx="747720" cy="313560"/>
            <a:chOff x="8029031" y="2452661"/>
            <a:chExt cx="747720" cy="31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CED8864-91B4-05D5-12AB-4EF09E24FEA6}"/>
                    </a:ext>
                  </a:extLst>
                </p14:cNvPr>
                <p14:cNvContentPartPr/>
                <p14:nvPr/>
              </p14:nvContentPartPr>
              <p14:xfrm>
                <a:off x="8029031" y="2457341"/>
                <a:ext cx="713880" cy="3088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CED8864-91B4-05D5-12AB-4EF09E24FEA6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022911" y="2451221"/>
                  <a:ext cx="72612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651B5FB-E67C-BF19-86CE-C79C132B5527}"/>
                    </a:ext>
                  </a:extLst>
                </p14:cNvPr>
                <p14:cNvContentPartPr/>
                <p14:nvPr/>
              </p14:nvContentPartPr>
              <p14:xfrm>
                <a:off x="8696831" y="2452661"/>
                <a:ext cx="79920" cy="1184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651B5FB-E67C-BF19-86CE-C79C132B552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690711" y="2446541"/>
                  <a:ext cx="92160" cy="130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61E6AD0-5AF7-C8AB-291A-945B0621F4D8}"/>
                  </a:ext>
                </a:extLst>
              </p14:cNvPr>
              <p14:cNvContentPartPr/>
              <p14:nvPr/>
            </p14:nvContentPartPr>
            <p14:xfrm>
              <a:off x="5113391" y="3000941"/>
              <a:ext cx="849600" cy="10350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61E6AD0-5AF7-C8AB-291A-945B0621F4D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107271" y="2994821"/>
                <a:ext cx="861840" cy="1047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36758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B490E1-2CFF-C9B4-B856-1CE351CA328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2BD7BEA-F208-4EA6-9D7D-7072581083D1}" type="datetime1">
              <a:rPr lang="en-GB" smtClean="0"/>
              <a:t>16/06/2026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E3B014-DCEB-2184-BC3F-C1994A59D5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2E4618-6083-5503-0EDF-03858731E3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5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141162-1B40-AEF7-87F4-D6BAAAB46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860" y="1566602"/>
            <a:ext cx="11136279" cy="372479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B6B043E-EF3E-5F93-750D-A009A085BCCC}"/>
                  </a:ext>
                </a:extLst>
              </p14:cNvPr>
              <p14:cNvContentPartPr/>
              <p14:nvPr/>
            </p14:nvContentPartPr>
            <p14:xfrm>
              <a:off x="7856591" y="2128301"/>
              <a:ext cx="664920" cy="7207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B6B043E-EF3E-5F93-750D-A009A085BCC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850471" y="2122181"/>
                <a:ext cx="677160" cy="732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8797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AD517A-0C27-4CDD-9667-EF447FE66F8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2BD7BEA-F208-4EA6-9D7D-7072581083D1}" type="datetime1">
              <a:rPr lang="en-GB" smtClean="0"/>
              <a:t>16/06/2026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CF8713-3F10-C454-A241-AED9F1E60F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993791-5076-8E92-6576-DFA6A0DB50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6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8CDAF3-266E-B771-2333-6E80E46DB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258" y="1052736"/>
            <a:ext cx="11631648" cy="373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562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1492CA-0185-1A4C-CDED-7FAEFBE643FB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2BD7BEA-F208-4EA6-9D7D-7072581083D1}" type="datetime1">
              <a:rPr lang="en-GB" smtClean="0"/>
              <a:t>16/06/2026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D0790E-811D-44BA-53B4-AE6A17E1CF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CBDAC6-2506-C7D9-E74B-47B40CF777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7</a:t>
            </a:fld>
            <a:endParaRPr lang="en-GB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13A1EFD-5A2F-A306-DE18-E21C378F96F5}"/>
              </a:ext>
            </a:extLst>
          </p:cNvPr>
          <p:cNvGrpSpPr/>
          <p:nvPr/>
        </p:nvGrpSpPr>
        <p:grpSpPr>
          <a:xfrm>
            <a:off x="380202" y="1988840"/>
            <a:ext cx="11431595" cy="3696216"/>
            <a:chOff x="380202" y="1988840"/>
            <a:chExt cx="11431595" cy="369621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B209294-4B14-2070-46CE-64E4F01DAA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0202" y="1988840"/>
              <a:ext cx="11431595" cy="3696216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9946A00-FF30-A030-F265-12385F63787C}"/>
                    </a:ext>
                  </a:extLst>
                </p14:cNvPr>
                <p14:cNvContentPartPr/>
                <p14:nvPr/>
              </p14:nvContentPartPr>
              <p14:xfrm>
                <a:off x="2999656" y="4930120"/>
                <a:ext cx="399960" cy="154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9946A00-FF30-A030-F265-12385F63787C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993536" y="4924000"/>
                  <a:ext cx="4122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01FF7B0-FCD5-CE79-2EAD-D534BEB5AF06}"/>
                    </a:ext>
                  </a:extLst>
                </p14:cNvPr>
                <p14:cNvContentPartPr/>
                <p14:nvPr/>
              </p14:nvContentPartPr>
              <p14:xfrm>
                <a:off x="2690416" y="3357640"/>
                <a:ext cx="143640" cy="1180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01FF7B0-FCD5-CE79-2EAD-D534BEB5AF0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684296" y="3351520"/>
                  <a:ext cx="15588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B05EAF7-835C-ADF7-3EEE-38BF4EB0FC43}"/>
                    </a:ext>
                  </a:extLst>
                </p14:cNvPr>
                <p14:cNvContentPartPr/>
                <p14:nvPr/>
              </p14:nvContentPartPr>
              <p14:xfrm>
                <a:off x="4321576" y="2708920"/>
                <a:ext cx="58680" cy="1166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B05EAF7-835C-ADF7-3EEE-38BF4EB0FC4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315456" y="2702800"/>
                  <a:ext cx="7092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497345F-FC9A-1BEE-9C4F-4218A72F3F8E}"/>
                    </a:ext>
                  </a:extLst>
                </p14:cNvPr>
                <p14:cNvContentPartPr/>
                <p14:nvPr/>
              </p14:nvContentPartPr>
              <p14:xfrm>
                <a:off x="4513096" y="4232800"/>
                <a:ext cx="135720" cy="1011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497345F-FC9A-1BEE-9C4F-4218A72F3F8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506976" y="4226680"/>
                  <a:ext cx="147960" cy="113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9725127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AB6C39-2F65-40EF-8CC4-081ECF690059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2BD7BEA-F208-4EA6-9D7D-7072581083D1}" type="datetime1">
              <a:rPr lang="en-GB" smtClean="0"/>
              <a:t>16/06/2026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058BC2-3FC8-F692-4676-7D653F584B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0564DB-8D43-2ACA-12F7-66E6274422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8</a:t>
            </a:fld>
            <a:endParaRPr lang="en-GB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E41F14B-5C20-7BBD-1101-CC267F4C8BFD}"/>
              </a:ext>
            </a:extLst>
          </p:cNvPr>
          <p:cNvGrpSpPr/>
          <p:nvPr/>
        </p:nvGrpSpPr>
        <p:grpSpPr>
          <a:xfrm>
            <a:off x="664424" y="2060848"/>
            <a:ext cx="10936226" cy="3458058"/>
            <a:chOff x="627887" y="1699971"/>
            <a:chExt cx="10936226" cy="3458058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ADE5621-A1F6-FD5C-9823-285893726B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7887" y="1699971"/>
              <a:ext cx="10936226" cy="3458058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F53313D-2224-BD12-6095-F92DF707ACF0}"/>
                    </a:ext>
                  </a:extLst>
                </p14:cNvPr>
                <p14:cNvContentPartPr/>
                <p14:nvPr/>
              </p14:nvContentPartPr>
              <p14:xfrm>
                <a:off x="3255791" y="2446541"/>
                <a:ext cx="166320" cy="135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F53313D-2224-BD12-6095-F92DF707ACF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249671" y="2440421"/>
                  <a:ext cx="17856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AA7EBEE-7620-3053-2262-4EEE2D90F8F9}"/>
                    </a:ext>
                  </a:extLst>
                </p14:cNvPr>
                <p14:cNvContentPartPr/>
                <p14:nvPr/>
              </p14:nvContentPartPr>
              <p14:xfrm>
                <a:off x="2773751" y="4554341"/>
                <a:ext cx="137160" cy="1040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AA7EBEE-7620-3053-2262-4EEE2D90F8F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767631" y="4548221"/>
                  <a:ext cx="1494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15090CB-64B7-AB15-8768-213D214FFE4D}"/>
                    </a:ext>
                  </a:extLst>
                </p14:cNvPr>
                <p14:cNvContentPartPr/>
                <p14:nvPr/>
              </p14:nvContentPartPr>
              <p14:xfrm>
                <a:off x="10315751" y="2339981"/>
                <a:ext cx="488880" cy="2761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15090CB-64B7-AB15-8768-213D214FFE4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309631" y="2333861"/>
                  <a:ext cx="501120" cy="288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873562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14A337-5AA3-2097-FBCB-88EDB8E8C92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2BD7BEA-F208-4EA6-9D7D-7072581083D1}" type="datetime1">
              <a:rPr lang="en-GB" smtClean="0"/>
              <a:t>16/06/2026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578F5E-6673-B054-E2C8-03A1B27ABF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09421C-E5B0-8656-7520-0CA11504A6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9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DF01ED-1E2F-48EE-F15A-516D1B9B5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257" y="1268760"/>
            <a:ext cx="11412543" cy="364858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CF3AA38-EDA0-DE74-2DF9-4416E85A253B}"/>
                  </a:ext>
                </a:extLst>
              </p14:cNvPr>
              <p14:cNvContentPartPr/>
              <p14:nvPr/>
            </p14:nvContentPartPr>
            <p14:xfrm>
              <a:off x="2773751" y="2194181"/>
              <a:ext cx="280800" cy="153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CF3AA38-EDA0-DE74-2DF9-4416E85A253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67631" y="2188061"/>
                <a:ext cx="293040" cy="16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5D96DEA-F288-0CB7-C263-DC8E939173B3}"/>
                  </a:ext>
                </a:extLst>
              </p14:cNvPr>
              <p14:cNvContentPartPr/>
              <p14:nvPr/>
            </p14:nvContentPartPr>
            <p14:xfrm>
              <a:off x="10551551" y="2168261"/>
              <a:ext cx="44280" cy="1450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5D96DEA-F288-0CB7-C263-DC8E939173B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545431" y="2162141"/>
                <a:ext cx="56520" cy="15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883CE81-F49F-F1E2-11DE-4FFDB0C27D8C}"/>
                  </a:ext>
                </a:extLst>
              </p14:cNvPr>
              <p14:cNvContentPartPr/>
              <p14:nvPr/>
            </p14:nvContentPartPr>
            <p14:xfrm>
              <a:off x="10509071" y="2384621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883CE81-F49F-F1E2-11DE-4FFDB0C27D8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502951" y="2378501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46B86578-4EC2-1614-3E03-D25204EBECB7}"/>
                  </a:ext>
                </a:extLst>
              </p14:cNvPr>
              <p14:cNvContentPartPr/>
              <p14:nvPr/>
            </p14:nvContentPartPr>
            <p14:xfrm>
              <a:off x="10663511" y="2168261"/>
              <a:ext cx="49680" cy="1479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46B86578-4EC2-1614-3E03-D25204EBECB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657391" y="2162141"/>
                <a:ext cx="61920" cy="16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3170980-6407-86E8-0CF6-35C459B875C8}"/>
                  </a:ext>
                </a:extLst>
              </p14:cNvPr>
              <p14:cNvContentPartPr/>
              <p14:nvPr/>
            </p14:nvContentPartPr>
            <p14:xfrm>
              <a:off x="10601951" y="2372381"/>
              <a:ext cx="57600" cy="342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3170980-6407-86E8-0CF6-35C459B875C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595831" y="2366261"/>
                <a:ext cx="6984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B35FCD7-D1A6-7EC4-7345-5E399B0E8C46}"/>
                  </a:ext>
                </a:extLst>
              </p14:cNvPr>
              <p14:cNvContentPartPr/>
              <p14:nvPr/>
            </p14:nvContentPartPr>
            <p14:xfrm>
              <a:off x="10503311" y="2373821"/>
              <a:ext cx="15840" cy="280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B35FCD7-D1A6-7EC4-7345-5E399B0E8C4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497191" y="2367701"/>
                <a:ext cx="2808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6B976790-4A7D-517E-FC66-6C5E90383A70}"/>
                  </a:ext>
                </a:extLst>
              </p14:cNvPr>
              <p14:cNvContentPartPr/>
              <p14:nvPr/>
            </p14:nvContentPartPr>
            <p14:xfrm>
              <a:off x="10629311" y="2383541"/>
              <a:ext cx="16200" cy="324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6B976790-4A7D-517E-FC66-6C5E90383A70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0623191" y="2377421"/>
                <a:ext cx="2844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181FB9B1-DE35-2A00-8770-78F06629F778}"/>
                  </a:ext>
                </a:extLst>
              </p14:cNvPr>
              <p14:cNvContentPartPr/>
              <p14:nvPr/>
            </p14:nvContentPartPr>
            <p14:xfrm>
              <a:off x="10758191" y="2186981"/>
              <a:ext cx="47880" cy="1195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181FB9B1-DE35-2A00-8770-78F06629F778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0752071" y="2180861"/>
                <a:ext cx="60120" cy="13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F3C42029-90ED-1ACB-D586-9C79D132CFE1}"/>
                  </a:ext>
                </a:extLst>
              </p14:cNvPr>
              <p14:cNvContentPartPr/>
              <p14:nvPr/>
            </p14:nvContentPartPr>
            <p14:xfrm>
              <a:off x="10723991" y="2384621"/>
              <a:ext cx="20520" cy="43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F3C42029-90ED-1ACB-D586-9C79D132CFE1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0717871" y="2378501"/>
                <a:ext cx="32760" cy="16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633739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2C709F-8F6C-884B-B9F9-D83CC26A973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2BD7BEA-F208-4EA6-9D7D-7072581083D1}" type="datetime1">
              <a:rPr lang="en-GB" smtClean="0"/>
              <a:t>16/06/2026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EC9296-0DAE-F4FE-6E7A-FE94016DD3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B2D9B3-CC74-4A77-3D06-143211B9CC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10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7EA04E-0638-BA03-263C-2AB8FBA98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018" y="1585655"/>
            <a:ext cx="11383964" cy="368668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282A2E6-8685-824B-B6CB-8848F74ED579}"/>
                  </a:ext>
                </a:extLst>
              </p14:cNvPr>
              <p14:cNvContentPartPr/>
              <p14:nvPr/>
            </p14:nvContentPartPr>
            <p14:xfrm>
              <a:off x="1603751" y="1972781"/>
              <a:ext cx="2133360" cy="13136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282A2E6-8685-824B-B6CB-8848F74ED57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97631" y="1966661"/>
                <a:ext cx="2145600" cy="132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5ED7FDE-9160-CF6A-AE6B-2DDA950EE8E0}"/>
                  </a:ext>
                </a:extLst>
              </p14:cNvPr>
              <p14:cNvContentPartPr/>
              <p14:nvPr/>
            </p14:nvContentPartPr>
            <p14:xfrm>
              <a:off x="7769471" y="2199221"/>
              <a:ext cx="313200" cy="2487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5ED7FDE-9160-CF6A-AE6B-2DDA950EE8E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763351" y="2193101"/>
                <a:ext cx="325440" cy="26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FBCCBC2-2B76-2092-0710-B989E356D86C}"/>
                  </a:ext>
                </a:extLst>
              </p14:cNvPr>
              <p14:cNvContentPartPr/>
              <p14:nvPr/>
            </p14:nvContentPartPr>
            <p14:xfrm>
              <a:off x="7004831" y="2975021"/>
              <a:ext cx="436680" cy="4064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FBCCBC2-2B76-2092-0710-B989E356D86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998711" y="2968901"/>
                <a:ext cx="448920" cy="41868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A74FEDB1-AEC9-4B8B-3B82-E38AFB10413D}"/>
              </a:ext>
            </a:extLst>
          </p:cNvPr>
          <p:cNvSpPr txBox="1"/>
          <p:nvPr/>
        </p:nvSpPr>
        <p:spPr>
          <a:xfrm>
            <a:off x="2799053" y="5329000"/>
            <a:ext cx="843974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i="1" dirty="0">
                <a:solidFill>
                  <a:srgbClr val="FF0000"/>
                </a:solidFill>
              </a:rPr>
              <a:t>SB: 1) </a:t>
            </a:r>
            <a:r>
              <a:rPr lang="cs-CZ" i="1" dirty="0" err="1">
                <a:solidFill>
                  <a:srgbClr val="FF0000"/>
                </a:solidFill>
              </a:rPr>
              <a:t>densities</a:t>
            </a:r>
            <a:r>
              <a:rPr lang="cs-CZ" i="1" dirty="0">
                <a:solidFill>
                  <a:srgbClr val="FF0000"/>
                </a:solidFill>
              </a:rPr>
              <a:t> are </a:t>
            </a:r>
            <a:r>
              <a:rPr lang="cs-CZ" i="1" dirty="0" err="1">
                <a:solidFill>
                  <a:srgbClr val="FF0000"/>
                </a:solidFill>
              </a:rPr>
              <a:t>low</a:t>
            </a:r>
            <a:r>
              <a:rPr lang="cs-CZ" i="1" dirty="0">
                <a:solidFill>
                  <a:srgbClr val="FF0000"/>
                </a:solidFill>
              </a:rPr>
              <a:t>, </a:t>
            </a:r>
            <a:r>
              <a:rPr lang="cs-CZ" i="1" dirty="0" err="1">
                <a:solidFill>
                  <a:srgbClr val="FF0000"/>
                </a:solidFill>
              </a:rPr>
              <a:t>hence</a:t>
            </a:r>
            <a:r>
              <a:rPr lang="cs-CZ" i="1" dirty="0">
                <a:solidFill>
                  <a:srgbClr val="FF0000"/>
                </a:solidFill>
              </a:rPr>
              <a:t> are </a:t>
            </a:r>
            <a:r>
              <a:rPr lang="cs-CZ" i="1" dirty="0" err="1">
                <a:solidFill>
                  <a:srgbClr val="FF0000"/>
                </a:solidFill>
              </a:rPr>
              <a:t>potential</a:t>
            </a:r>
            <a:r>
              <a:rPr lang="cs-CZ" i="1" dirty="0">
                <a:solidFill>
                  <a:srgbClr val="FF0000"/>
                </a:solidFill>
              </a:rPr>
              <a:t> </a:t>
            </a:r>
            <a:r>
              <a:rPr lang="cs-CZ" i="1" dirty="0" err="1">
                <a:solidFill>
                  <a:srgbClr val="FF0000"/>
                </a:solidFill>
              </a:rPr>
              <a:t>spikes</a:t>
            </a:r>
            <a:r>
              <a:rPr lang="cs-CZ" i="1" dirty="0">
                <a:solidFill>
                  <a:srgbClr val="FF0000"/>
                </a:solidFill>
              </a:rPr>
              <a:t> / </a:t>
            </a:r>
            <a:r>
              <a:rPr lang="cs-CZ" i="1" dirty="0" err="1">
                <a:solidFill>
                  <a:srgbClr val="FF0000"/>
                </a:solidFill>
              </a:rPr>
              <a:t>jagged</a:t>
            </a:r>
            <a:r>
              <a:rPr lang="cs-CZ" i="1" dirty="0">
                <a:solidFill>
                  <a:srgbClr val="FF0000"/>
                </a:solidFill>
              </a:rPr>
              <a:t> lines. </a:t>
            </a:r>
          </a:p>
          <a:p>
            <a:r>
              <a:rPr lang="cs-CZ" i="1" dirty="0">
                <a:solidFill>
                  <a:srgbClr val="FF0000"/>
                </a:solidFill>
              </a:rPr>
              <a:t>2) Business </a:t>
            </a:r>
            <a:r>
              <a:rPr lang="cs-CZ" i="1" dirty="0" err="1">
                <a:solidFill>
                  <a:srgbClr val="FF0000"/>
                </a:solidFill>
              </a:rPr>
              <a:t>doesn‘t</a:t>
            </a:r>
            <a:r>
              <a:rPr lang="cs-CZ" i="1" dirty="0">
                <a:solidFill>
                  <a:srgbClr val="FF0000"/>
                </a:solidFill>
              </a:rPr>
              <a:t> </a:t>
            </a:r>
            <a:r>
              <a:rPr lang="cs-CZ" i="1" dirty="0" err="1">
                <a:solidFill>
                  <a:srgbClr val="FF0000"/>
                </a:solidFill>
              </a:rPr>
              <a:t>have</a:t>
            </a:r>
            <a:r>
              <a:rPr lang="cs-CZ" i="1" dirty="0">
                <a:solidFill>
                  <a:srgbClr val="FF0000"/>
                </a:solidFill>
              </a:rPr>
              <a:t> </a:t>
            </a:r>
            <a:r>
              <a:rPr lang="cs-CZ" i="1" dirty="0" err="1">
                <a:solidFill>
                  <a:srgbClr val="FF0000"/>
                </a:solidFill>
              </a:rPr>
              <a:t>special</a:t>
            </a:r>
            <a:r>
              <a:rPr lang="cs-CZ" i="1" dirty="0">
                <a:solidFill>
                  <a:srgbClr val="FF0000"/>
                </a:solidFill>
              </a:rPr>
              <a:t> </a:t>
            </a:r>
            <a:r>
              <a:rPr lang="cs-CZ" i="1" dirty="0" err="1">
                <a:solidFill>
                  <a:srgbClr val="FF0000"/>
                </a:solidFill>
              </a:rPr>
              <a:t>treatment</a:t>
            </a:r>
            <a:r>
              <a:rPr lang="cs-CZ" i="1" dirty="0">
                <a:solidFill>
                  <a:srgbClr val="FF0000"/>
                </a:solidFill>
              </a:rPr>
              <a:t> </a:t>
            </a:r>
            <a:r>
              <a:rPr lang="cs-CZ" i="1" dirty="0" err="1">
                <a:solidFill>
                  <a:srgbClr val="FF0000"/>
                </a:solidFill>
              </a:rPr>
              <a:t>for</a:t>
            </a:r>
            <a:r>
              <a:rPr lang="cs-CZ" i="1" dirty="0">
                <a:solidFill>
                  <a:srgbClr val="FF0000"/>
                </a:solidFill>
              </a:rPr>
              <a:t> </a:t>
            </a:r>
            <a:r>
              <a:rPr lang="cs-CZ" i="1" dirty="0" err="1">
                <a:solidFill>
                  <a:srgbClr val="FF0000"/>
                </a:solidFill>
              </a:rPr>
              <a:t>month</a:t>
            </a:r>
            <a:r>
              <a:rPr lang="cs-CZ" i="1" dirty="0">
                <a:solidFill>
                  <a:srgbClr val="FF0000"/>
                </a:solidFill>
              </a:rPr>
              <a:t> 9 </a:t>
            </a:r>
            <a:r>
              <a:rPr lang="cs-CZ" i="1" dirty="0" err="1">
                <a:solidFill>
                  <a:srgbClr val="FF0000"/>
                </a:solidFill>
              </a:rPr>
              <a:t>of</a:t>
            </a:r>
            <a:r>
              <a:rPr lang="cs-CZ" i="1" dirty="0">
                <a:solidFill>
                  <a:srgbClr val="FF0000"/>
                </a:solidFill>
              </a:rPr>
              <a:t> </a:t>
            </a:r>
            <a:r>
              <a:rPr lang="cs-CZ" i="1" dirty="0" err="1">
                <a:solidFill>
                  <a:srgbClr val="FF0000"/>
                </a:solidFill>
              </a:rPr>
              <a:t>tennure</a:t>
            </a:r>
            <a:r>
              <a:rPr lang="cs-CZ" i="1" dirty="0">
                <a:solidFill>
                  <a:srgbClr val="FF0000"/>
                </a:solidFill>
              </a:rPr>
              <a:t>, </a:t>
            </a:r>
            <a:r>
              <a:rPr lang="cs-CZ" i="1" dirty="0" err="1">
                <a:solidFill>
                  <a:srgbClr val="FF0000"/>
                </a:solidFill>
              </a:rPr>
              <a:t>month</a:t>
            </a:r>
            <a:r>
              <a:rPr lang="cs-CZ" i="1" dirty="0">
                <a:solidFill>
                  <a:srgbClr val="FF0000"/>
                </a:solidFill>
              </a:rPr>
              <a:t> 11, </a:t>
            </a:r>
            <a:r>
              <a:rPr lang="cs-CZ" i="1" dirty="0" err="1">
                <a:solidFill>
                  <a:srgbClr val="FF0000"/>
                </a:solidFill>
              </a:rPr>
              <a:t>etc</a:t>
            </a:r>
            <a:endParaRPr lang="cs-CZ" i="1" dirty="0">
              <a:solidFill>
                <a:srgbClr val="FF0000"/>
              </a:solidFill>
            </a:endParaRPr>
          </a:p>
          <a:p>
            <a:r>
              <a:rPr lang="cs-CZ" i="1" dirty="0" err="1">
                <a:solidFill>
                  <a:srgbClr val="FF0000"/>
                </a:solidFill>
              </a:rPr>
              <a:t>Better</a:t>
            </a:r>
            <a:r>
              <a:rPr lang="cs-CZ" i="1" dirty="0">
                <a:solidFill>
                  <a:srgbClr val="FF0000"/>
                </a:solidFill>
              </a:rPr>
              <a:t> use </a:t>
            </a:r>
            <a:r>
              <a:rPr lang="cs-CZ" i="1" dirty="0" err="1">
                <a:solidFill>
                  <a:srgbClr val="FF0000"/>
                </a:solidFill>
              </a:rPr>
              <a:t>cohorts</a:t>
            </a:r>
            <a:r>
              <a:rPr lang="cs-CZ" i="1" dirty="0">
                <a:solidFill>
                  <a:srgbClr val="FF0000"/>
                </a:solidFill>
              </a:rPr>
              <a:t> (</a:t>
            </a:r>
            <a:r>
              <a:rPr lang="cs-CZ" i="1" dirty="0" err="1">
                <a:solidFill>
                  <a:srgbClr val="FF0000"/>
                </a:solidFill>
              </a:rPr>
              <a:t>agree</a:t>
            </a:r>
            <a:r>
              <a:rPr lang="cs-CZ" i="1" dirty="0">
                <a:solidFill>
                  <a:srgbClr val="FF0000"/>
                </a:solidFill>
              </a:rPr>
              <a:t> </a:t>
            </a:r>
            <a:r>
              <a:rPr lang="cs-CZ" i="1" dirty="0" err="1">
                <a:solidFill>
                  <a:srgbClr val="FF0000"/>
                </a:solidFill>
              </a:rPr>
              <a:t>with</a:t>
            </a:r>
            <a:r>
              <a:rPr lang="cs-CZ" i="1" dirty="0">
                <a:solidFill>
                  <a:srgbClr val="FF0000"/>
                </a:solidFill>
              </a:rPr>
              <a:t> business)</a:t>
            </a:r>
            <a:endParaRPr lang="en-US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13090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D68622-4C66-6E76-0C91-D3717DEC13F1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2BD7BEA-F208-4EA6-9D7D-7072581083D1}" type="datetime1">
              <a:rPr lang="en-GB" smtClean="0"/>
              <a:t>16/06/2026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899FE3-E944-28CA-C230-86981C7E89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5EDC41-2FCC-333A-66CD-054F97C6DD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11</a:t>
            </a:fld>
            <a:endParaRPr lang="en-GB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379BBC1-A0F4-26E5-520D-B1EB5E65F6E2}"/>
              </a:ext>
            </a:extLst>
          </p:cNvPr>
          <p:cNvGrpSpPr/>
          <p:nvPr/>
        </p:nvGrpSpPr>
        <p:grpSpPr>
          <a:xfrm>
            <a:off x="418899" y="1772816"/>
            <a:ext cx="11364911" cy="3648584"/>
            <a:chOff x="418899" y="1772816"/>
            <a:chExt cx="11364911" cy="364858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3D0A69E-2DAE-D938-CA92-13EF044EC0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8899" y="1772816"/>
              <a:ext cx="11364911" cy="3648584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43B0997-C680-2015-16F7-0C50AE576518}"/>
                    </a:ext>
                  </a:extLst>
                </p14:cNvPr>
                <p14:cNvContentPartPr/>
                <p14:nvPr/>
              </p14:nvContentPartPr>
              <p14:xfrm>
                <a:off x="7392144" y="2464560"/>
                <a:ext cx="1886400" cy="9644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43B0997-C680-2015-16F7-0C50AE576518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386024" y="2458440"/>
                  <a:ext cx="1898640" cy="976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934937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83DAE-E903-1AD3-541C-B0B94A7EEB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Impact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0239335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EB7F38-4D36-5422-896C-DC5AFD405A4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2BD7BEA-F208-4EA6-9D7D-7072581083D1}" type="datetime1">
              <a:rPr lang="en-GB" smtClean="0"/>
              <a:t>16/06/2026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B12BDD-63F5-F4FA-8413-55F2C4A646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30C65C-6498-30C7-FA24-491513AC3D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13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8B0867-B940-259F-40C7-2E8337F1C6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17"/>
          <a:stretch>
            <a:fillRect/>
          </a:stretch>
        </p:blipFill>
        <p:spPr>
          <a:xfrm>
            <a:off x="84886" y="1859692"/>
            <a:ext cx="12022228" cy="317449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D34F566-5EEF-EA5D-16F8-0F47E64D98F3}"/>
                  </a:ext>
                </a:extLst>
              </p14:cNvPr>
              <p14:cNvContentPartPr/>
              <p14:nvPr/>
            </p14:nvContentPartPr>
            <p14:xfrm>
              <a:off x="4130231" y="4327901"/>
              <a:ext cx="1240560" cy="5670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D34F566-5EEF-EA5D-16F8-0F47E64D98F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24111" y="4321781"/>
                <a:ext cx="1252800" cy="57924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2716D075-BD30-CBB3-6AE9-F11BB35631F5}"/>
              </a:ext>
            </a:extLst>
          </p:cNvPr>
          <p:cNvSpPr txBox="1"/>
          <p:nvPr/>
        </p:nvSpPr>
        <p:spPr>
          <a:xfrm>
            <a:off x="407988" y="548680"/>
            <a:ext cx="2311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t-test on cancellation</a:t>
            </a:r>
            <a:endParaRPr lang="en-CH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146EFD-8C3A-024B-8E70-ACA2E5266206}"/>
              </a:ext>
            </a:extLst>
          </p:cNvPr>
          <p:cNvSpPr txBox="1"/>
          <p:nvPr/>
        </p:nvSpPr>
        <p:spPr>
          <a:xfrm>
            <a:off x="5065911" y="1514436"/>
            <a:ext cx="55708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i="1" dirty="0">
                <a:solidFill>
                  <a:srgbClr val="FF0000"/>
                </a:solidFill>
              </a:rPr>
              <a:t>SB: </a:t>
            </a:r>
            <a:r>
              <a:rPr lang="cs-CZ" i="1" dirty="0" err="1">
                <a:solidFill>
                  <a:srgbClr val="FF0000"/>
                </a:solidFill>
              </a:rPr>
              <a:t>strictly</a:t>
            </a:r>
            <a:r>
              <a:rPr lang="cs-CZ" i="1" dirty="0">
                <a:solidFill>
                  <a:srgbClr val="FF0000"/>
                </a:solidFill>
              </a:rPr>
              <a:t> </a:t>
            </a:r>
            <a:r>
              <a:rPr lang="cs-CZ" i="1" dirty="0" err="1">
                <a:solidFill>
                  <a:srgbClr val="FF0000"/>
                </a:solidFill>
              </a:rPr>
              <a:t>speaking</a:t>
            </a:r>
            <a:r>
              <a:rPr lang="cs-CZ" i="1" dirty="0">
                <a:solidFill>
                  <a:srgbClr val="FF0000"/>
                </a:solidFill>
              </a:rPr>
              <a:t> t-test </a:t>
            </a:r>
            <a:r>
              <a:rPr lang="cs-CZ" i="1" dirty="0" err="1">
                <a:solidFill>
                  <a:srgbClr val="FF0000"/>
                </a:solidFill>
              </a:rPr>
              <a:t>is</a:t>
            </a:r>
            <a:r>
              <a:rPr lang="cs-CZ" i="1" dirty="0">
                <a:solidFill>
                  <a:srgbClr val="FF0000"/>
                </a:solidFill>
              </a:rPr>
              <a:t> not </a:t>
            </a:r>
            <a:r>
              <a:rPr lang="cs-CZ" i="1" dirty="0" err="1">
                <a:solidFill>
                  <a:srgbClr val="FF0000"/>
                </a:solidFill>
              </a:rPr>
              <a:t>for</a:t>
            </a:r>
            <a:r>
              <a:rPr lang="cs-CZ" i="1" dirty="0">
                <a:solidFill>
                  <a:srgbClr val="FF0000"/>
                </a:solidFill>
              </a:rPr>
              <a:t> </a:t>
            </a:r>
            <a:r>
              <a:rPr lang="cs-CZ" i="1" dirty="0" err="1">
                <a:solidFill>
                  <a:srgbClr val="FF0000"/>
                </a:solidFill>
              </a:rPr>
              <a:t>binary</a:t>
            </a:r>
            <a:r>
              <a:rPr lang="cs-CZ" i="1" dirty="0">
                <a:solidFill>
                  <a:srgbClr val="FF0000"/>
                </a:solidFill>
              </a:rPr>
              <a:t> </a:t>
            </a:r>
            <a:r>
              <a:rPr lang="cs-CZ" i="1" dirty="0" err="1">
                <a:solidFill>
                  <a:srgbClr val="FF0000"/>
                </a:solidFill>
              </a:rPr>
              <a:t>variables</a:t>
            </a:r>
            <a:r>
              <a:rPr lang="cs-CZ" i="1" dirty="0">
                <a:solidFill>
                  <a:srgbClr val="FF0000"/>
                </a:solidFill>
              </a:rPr>
              <a:t>,</a:t>
            </a:r>
          </a:p>
          <a:p>
            <a:endParaRPr lang="cs-CZ" i="1" dirty="0">
              <a:solidFill>
                <a:srgbClr val="FF0000"/>
              </a:solidFill>
            </a:endParaRPr>
          </a:p>
          <a:p>
            <a:r>
              <a:rPr lang="cs-CZ" i="1" dirty="0">
                <a:solidFill>
                  <a:srgbClr val="FF0000"/>
                </a:solidFill>
              </a:rPr>
              <a:t>but </a:t>
            </a:r>
            <a:r>
              <a:rPr lang="cs-CZ" i="1" dirty="0" err="1">
                <a:solidFill>
                  <a:srgbClr val="FF0000"/>
                </a:solidFill>
              </a:rPr>
              <a:t>varibles</a:t>
            </a:r>
            <a:r>
              <a:rPr lang="cs-CZ" i="1" dirty="0">
                <a:solidFill>
                  <a:srgbClr val="FF0000"/>
                </a:solidFill>
              </a:rPr>
              <a:t> </a:t>
            </a:r>
            <a:r>
              <a:rPr lang="cs-CZ" i="1" dirty="0" err="1">
                <a:solidFill>
                  <a:srgbClr val="FF0000"/>
                </a:solidFill>
              </a:rPr>
              <a:t>satisfy</a:t>
            </a:r>
            <a:r>
              <a:rPr lang="cs-CZ" i="1" dirty="0">
                <a:solidFill>
                  <a:srgbClr val="FF0000"/>
                </a:solidFill>
              </a:rPr>
              <a:t> CLT, so </a:t>
            </a:r>
            <a:r>
              <a:rPr lang="cs-CZ" i="1" dirty="0" err="1">
                <a:solidFill>
                  <a:srgbClr val="FF0000"/>
                </a:solidFill>
              </a:rPr>
              <a:t>its</a:t>
            </a:r>
            <a:r>
              <a:rPr lang="cs-CZ" i="1" dirty="0">
                <a:solidFill>
                  <a:srgbClr val="FF0000"/>
                </a:solidFill>
              </a:rPr>
              <a:t> </a:t>
            </a:r>
            <a:r>
              <a:rPr lang="cs-CZ" i="1" dirty="0" err="1">
                <a:solidFill>
                  <a:srgbClr val="FF0000"/>
                </a:solidFill>
              </a:rPr>
              <a:t>effectively</a:t>
            </a:r>
            <a:r>
              <a:rPr lang="cs-CZ" i="1" dirty="0">
                <a:solidFill>
                  <a:srgbClr val="FF0000"/>
                </a:solidFill>
              </a:rPr>
              <a:t> a z-test</a:t>
            </a:r>
            <a:endParaRPr lang="en-US" i="1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CB7200-7963-0113-183A-CB10567BCDDA}"/>
              </a:ext>
            </a:extLst>
          </p:cNvPr>
          <p:cNvSpPr txBox="1"/>
          <p:nvPr/>
        </p:nvSpPr>
        <p:spPr>
          <a:xfrm>
            <a:off x="5065911" y="5209921"/>
            <a:ext cx="626165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i="1" dirty="0">
                <a:solidFill>
                  <a:srgbClr val="FF0000"/>
                </a:solidFill>
              </a:rPr>
              <a:t>SB: </a:t>
            </a:r>
            <a:r>
              <a:rPr lang="cs-CZ" i="1" dirty="0" err="1">
                <a:solidFill>
                  <a:srgbClr val="FF0000"/>
                </a:solidFill>
              </a:rPr>
              <a:t>the</a:t>
            </a:r>
            <a:r>
              <a:rPr lang="cs-CZ" i="1" dirty="0">
                <a:solidFill>
                  <a:srgbClr val="FF0000"/>
                </a:solidFill>
              </a:rPr>
              <a:t> </a:t>
            </a:r>
            <a:r>
              <a:rPr lang="cs-CZ" i="1" dirty="0" err="1">
                <a:solidFill>
                  <a:srgbClr val="FF0000"/>
                </a:solidFill>
              </a:rPr>
              <a:t>issue</a:t>
            </a:r>
            <a:r>
              <a:rPr lang="cs-CZ" i="1" dirty="0">
                <a:solidFill>
                  <a:srgbClr val="FF0000"/>
                </a:solidFill>
              </a:rPr>
              <a:t> </a:t>
            </a:r>
            <a:r>
              <a:rPr lang="cs-CZ" i="1" dirty="0" err="1">
                <a:solidFill>
                  <a:srgbClr val="FF0000"/>
                </a:solidFill>
              </a:rPr>
              <a:t>is</a:t>
            </a:r>
            <a:r>
              <a:rPr lang="cs-CZ" i="1" dirty="0">
                <a:solidFill>
                  <a:srgbClr val="FF0000"/>
                </a:solidFill>
              </a:rPr>
              <a:t> +2pp </a:t>
            </a:r>
            <a:r>
              <a:rPr lang="cs-CZ" i="1" dirty="0" err="1">
                <a:solidFill>
                  <a:srgbClr val="FF0000"/>
                </a:solidFill>
              </a:rPr>
              <a:t>of</a:t>
            </a:r>
            <a:r>
              <a:rPr lang="cs-CZ" i="1" dirty="0">
                <a:solidFill>
                  <a:srgbClr val="FF0000"/>
                </a:solidFill>
              </a:rPr>
              <a:t> </a:t>
            </a:r>
            <a:r>
              <a:rPr lang="cs-CZ" i="1" dirty="0" err="1">
                <a:solidFill>
                  <a:srgbClr val="FF0000"/>
                </a:solidFill>
              </a:rPr>
              <a:t>the</a:t>
            </a:r>
            <a:r>
              <a:rPr lang="cs-CZ" i="1" dirty="0">
                <a:solidFill>
                  <a:srgbClr val="FF0000"/>
                </a:solidFill>
              </a:rPr>
              <a:t> booster (booster </a:t>
            </a:r>
            <a:r>
              <a:rPr lang="cs-CZ" i="1" dirty="0" err="1">
                <a:solidFill>
                  <a:srgbClr val="FF0000"/>
                </a:solidFill>
              </a:rPr>
              <a:t>causes</a:t>
            </a:r>
            <a:r>
              <a:rPr lang="cs-CZ" i="1" dirty="0">
                <a:solidFill>
                  <a:srgbClr val="FF0000"/>
                </a:solidFill>
              </a:rPr>
              <a:t> </a:t>
            </a:r>
            <a:r>
              <a:rPr lang="cs-CZ" i="1" dirty="0" err="1">
                <a:solidFill>
                  <a:srgbClr val="FF0000"/>
                </a:solidFill>
              </a:rPr>
              <a:t>churn</a:t>
            </a:r>
            <a:r>
              <a:rPr lang="cs-CZ" i="1" dirty="0">
                <a:solidFill>
                  <a:srgbClr val="FF0000"/>
                </a:solidFill>
              </a:rPr>
              <a:t>,</a:t>
            </a:r>
          </a:p>
          <a:p>
            <a:r>
              <a:rPr lang="cs-CZ" i="1" dirty="0" err="1">
                <a:solidFill>
                  <a:srgbClr val="FF0000"/>
                </a:solidFill>
              </a:rPr>
              <a:t>also</a:t>
            </a:r>
            <a:r>
              <a:rPr lang="cs-CZ" i="1" dirty="0">
                <a:solidFill>
                  <a:srgbClr val="FF0000"/>
                </a:solidFill>
              </a:rPr>
              <a:t> </a:t>
            </a:r>
            <a:r>
              <a:rPr lang="cs-CZ" i="1" dirty="0" err="1">
                <a:solidFill>
                  <a:srgbClr val="FF0000"/>
                </a:solidFill>
              </a:rPr>
              <a:t>contradicts</a:t>
            </a:r>
            <a:r>
              <a:rPr lang="cs-CZ" i="1" dirty="0">
                <a:solidFill>
                  <a:srgbClr val="FF0000"/>
                </a:solidFill>
              </a:rPr>
              <a:t> </a:t>
            </a:r>
            <a:r>
              <a:rPr lang="cs-CZ" i="1" dirty="0" err="1">
                <a:solidFill>
                  <a:srgbClr val="FF0000"/>
                </a:solidFill>
              </a:rPr>
              <a:t>logistic</a:t>
            </a:r>
            <a:r>
              <a:rPr lang="cs-CZ" i="1" dirty="0">
                <a:solidFill>
                  <a:srgbClr val="FF0000"/>
                </a:solidFill>
              </a:rPr>
              <a:t> </a:t>
            </a:r>
            <a:r>
              <a:rPr lang="cs-CZ" i="1" dirty="0" err="1">
                <a:solidFill>
                  <a:srgbClr val="FF0000"/>
                </a:solidFill>
              </a:rPr>
              <a:t>regression</a:t>
            </a:r>
            <a:r>
              <a:rPr lang="cs-CZ" i="1" dirty="0">
                <a:solidFill>
                  <a:srgbClr val="FF0000"/>
                </a:solidFill>
              </a:rPr>
              <a:t>),</a:t>
            </a:r>
          </a:p>
          <a:p>
            <a:endParaRPr lang="cs-CZ" i="1" dirty="0">
              <a:solidFill>
                <a:srgbClr val="FF0000"/>
              </a:solidFill>
            </a:endParaRPr>
          </a:p>
          <a:p>
            <a:r>
              <a:rPr lang="cs-CZ" i="1" dirty="0" err="1">
                <a:solidFill>
                  <a:srgbClr val="FF0000"/>
                </a:solidFill>
              </a:rPr>
              <a:t>probably</a:t>
            </a:r>
            <a:r>
              <a:rPr lang="cs-CZ" i="1" dirty="0">
                <a:solidFill>
                  <a:srgbClr val="FF0000"/>
                </a:solidFill>
              </a:rPr>
              <a:t> </a:t>
            </a:r>
            <a:r>
              <a:rPr lang="cs-CZ" i="1" dirty="0" err="1">
                <a:solidFill>
                  <a:srgbClr val="FF0000"/>
                </a:solidFill>
              </a:rPr>
              <a:t>due</a:t>
            </a:r>
            <a:r>
              <a:rPr lang="cs-CZ" i="1" dirty="0">
                <a:solidFill>
                  <a:srgbClr val="FF0000"/>
                </a:solidFill>
              </a:rPr>
              <a:t> to </a:t>
            </a:r>
            <a:r>
              <a:rPr lang="cs-CZ" i="1" dirty="0" err="1">
                <a:solidFill>
                  <a:srgbClr val="FF0000"/>
                </a:solidFill>
              </a:rPr>
              <a:t>confounders</a:t>
            </a:r>
            <a:r>
              <a:rPr lang="cs-CZ" i="1" dirty="0">
                <a:solidFill>
                  <a:srgbClr val="FF0000"/>
                </a:solidFill>
              </a:rPr>
              <a:t>.</a:t>
            </a:r>
            <a:endParaRPr lang="en-US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98566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40E808-60D6-66D8-4ECF-DFB5AA89B85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2BD7BEA-F208-4EA6-9D7D-7072581083D1}" type="datetime1">
              <a:rPr lang="en-GB" smtClean="0"/>
              <a:t>16/06/2026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F604A5-A07F-8BDC-0DCD-5EB0C70856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03489C-B3BC-8939-AB4F-DDBA2E761F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14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3CC66A-B085-4DD4-2DB2-48F8CFB1FE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288"/>
          <a:stretch>
            <a:fillRect/>
          </a:stretch>
        </p:blipFill>
        <p:spPr>
          <a:xfrm>
            <a:off x="1480493" y="1268760"/>
            <a:ext cx="9231013" cy="4813322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7038BA35-08B9-957D-B509-525D70B03A18}"/>
              </a:ext>
            </a:extLst>
          </p:cNvPr>
          <p:cNvGrpSpPr/>
          <p:nvPr/>
        </p:nvGrpSpPr>
        <p:grpSpPr>
          <a:xfrm>
            <a:off x="1327631" y="2515301"/>
            <a:ext cx="198720" cy="258840"/>
            <a:chOff x="1327631" y="2515301"/>
            <a:chExt cx="198720" cy="25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4CA6FCF-6CF1-4D5E-4645-44C41F5E7FD0}"/>
                    </a:ext>
                  </a:extLst>
                </p14:cNvPr>
                <p14:cNvContentPartPr/>
                <p14:nvPr/>
              </p14:nvContentPartPr>
              <p14:xfrm>
                <a:off x="1327631" y="2541221"/>
                <a:ext cx="194760" cy="2329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4CA6FCF-6CF1-4D5E-4645-44C41F5E7FD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321511" y="2535101"/>
                  <a:ext cx="20700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C9362FD-2BF3-C8CF-2309-70A29D12F12D}"/>
                    </a:ext>
                  </a:extLst>
                </p14:cNvPr>
                <p14:cNvContentPartPr/>
                <p14:nvPr/>
              </p14:nvContentPartPr>
              <p14:xfrm>
                <a:off x="1471631" y="2515301"/>
                <a:ext cx="54720" cy="550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C9362FD-2BF3-C8CF-2309-70A29D12F12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465511" y="2509181"/>
                  <a:ext cx="66960" cy="673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5586FAF-7DA1-3B1E-4D2C-D0AC7832FE96}"/>
              </a:ext>
            </a:extLst>
          </p:cNvPr>
          <p:cNvSpPr txBox="1"/>
          <p:nvPr/>
        </p:nvSpPr>
        <p:spPr>
          <a:xfrm>
            <a:off x="7392144" y="2492896"/>
            <a:ext cx="436529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14.5% * (1-0.13277) = 12.5748%</a:t>
            </a:r>
          </a:p>
          <a:p>
            <a:endParaRPr lang="cs-CZ" dirty="0">
              <a:solidFill>
                <a:srgbClr val="FF0000"/>
              </a:solidFill>
            </a:endParaRPr>
          </a:p>
          <a:p>
            <a:r>
              <a:rPr lang="cs-CZ" i="1" dirty="0">
                <a:solidFill>
                  <a:srgbClr val="FF0000"/>
                </a:solidFill>
              </a:rPr>
              <a:t>SB: 0.13277 are </a:t>
            </a:r>
            <a:r>
              <a:rPr lang="cs-CZ" i="1" dirty="0" err="1">
                <a:solidFill>
                  <a:srgbClr val="FF0000"/>
                </a:solidFill>
              </a:rPr>
              <a:t>logodds</a:t>
            </a:r>
            <a:r>
              <a:rPr lang="cs-CZ" i="1" dirty="0">
                <a:solidFill>
                  <a:srgbClr val="FF0000"/>
                </a:solidFill>
              </a:rPr>
              <a:t> not probability,</a:t>
            </a:r>
          </a:p>
          <a:p>
            <a:endParaRPr lang="cs-CZ" i="1" dirty="0">
              <a:solidFill>
                <a:srgbClr val="FF0000"/>
              </a:solidFill>
            </a:endParaRPr>
          </a:p>
          <a:p>
            <a:r>
              <a:rPr lang="cs-CZ" i="1" dirty="0">
                <a:solidFill>
                  <a:srgbClr val="FF0000"/>
                </a:solidFill>
              </a:rPr>
              <a:t>use</a:t>
            </a:r>
          </a:p>
          <a:p>
            <a:endParaRPr lang="cs-CZ" i="1" dirty="0">
              <a:solidFill>
                <a:srgbClr val="FF0000"/>
              </a:solidFill>
            </a:endParaRPr>
          </a:p>
          <a:p>
            <a:r>
              <a:rPr lang="cs-CZ" i="1" dirty="0">
                <a:solidFill>
                  <a:srgbClr val="FF0000"/>
                </a:solidFill>
              </a:rPr>
              <a:t>1 - </a:t>
            </a:r>
            <a:r>
              <a:rPr lang="en-GB" b="0" i="1" u="none" strike="noStrike" dirty="0">
                <a:solidFill>
                  <a:srgbClr val="FF0000"/>
                </a:solidFill>
                <a:effectLst/>
              </a:rPr>
              <a:t>exp(−0.13277)= 1 - 0.8757 = 12,4%</a:t>
            </a:r>
            <a:endParaRPr lang="en-US" i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85B631C8-4435-8818-3405-8C1B7EB23002}"/>
                  </a:ext>
                </a:extLst>
              </p14:cNvPr>
              <p14:cNvContentPartPr/>
              <p14:nvPr/>
            </p14:nvContentPartPr>
            <p14:xfrm>
              <a:off x="5554391" y="2644181"/>
              <a:ext cx="213480" cy="28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85B631C8-4435-8818-3405-8C1B7EB2300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548271" y="2638061"/>
                <a:ext cx="225720" cy="1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E2FABBD0-F116-C884-42AA-9890B262B77E}"/>
                  </a:ext>
                </a:extLst>
              </p14:cNvPr>
              <p14:cNvContentPartPr/>
              <p14:nvPr/>
            </p14:nvContentPartPr>
            <p14:xfrm>
              <a:off x="3077781" y="2656241"/>
              <a:ext cx="503374" cy="28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E2FABBD0-F116-C884-42AA-9890B262B77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071655" y="2650121"/>
                <a:ext cx="515625" cy="1512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98A77315-DF24-9411-4D6E-6DE4C93CBF65}"/>
              </a:ext>
            </a:extLst>
          </p:cNvPr>
          <p:cNvSpPr txBox="1"/>
          <p:nvPr/>
        </p:nvSpPr>
        <p:spPr>
          <a:xfrm>
            <a:off x="911424" y="476672"/>
            <a:ext cx="2120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Logistic Regression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7104383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0897FA-DF22-3A75-0493-FB3B40B4481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2BD7BEA-F208-4EA6-9D7D-7072581083D1}" type="datetime1">
              <a:rPr lang="en-GB" smtClean="0"/>
              <a:t>16/06/2026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EACF85-1336-B705-F27C-09A8E48295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CCC0B4-C1D3-FB5A-1C6C-714F15F921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15</a:t>
            </a:fld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25DF7D-7C2C-3D56-F7BA-AD89DAA16480}"/>
              </a:ext>
            </a:extLst>
          </p:cNvPr>
          <p:cNvSpPr txBox="1"/>
          <p:nvPr/>
        </p:nvSpPr>
        <p:spPr>
          <a:xfrm>
            <a:off x="407988" y="404664"/>
            <a:ext cx="741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Business Case</a:t>
            </a:r>
            <a:endParaRPr lang="en-CH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55E046-C329-C0C0-CE6B-5AD015D1E993}"/>
              </a:ext>
            </a:extLst>
          </p:cNvPr>
          <p:cNvSpPr txBox="1"/>
          <p:nvPr/>
        </p:nvSpPr>
        <p:spPr>
          <a:xfrm>
            <a:off x="407988" y="2132856"/>
            <a:ext cx="705616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Assumptions</a:t>
            </a:r>
          </a:p>
          <a:p>
            <a:r>
              <a:rPr lang="en-US" dirty="0"/>
              <a:t>Customer Base:		1,500,000</a:t>
            </a:r>
          </a:p>
          <a:p>
            <a:r>
              <a:rPr lang="en-US" dirty="0"/>
              <a:t>Cancellation rate:		14.5%</a:t>
            </a:r>
          </a:p>
          <a:p>
            <a:r>
              <a:rPr lang="en-US" dirty="0"/>
              <a:t>Value of 1 less cancel: 	100 * 18 = 1,800</a:t>
            </a:r>
          </a:p>
          <a:p>
            <a:r>
              <a:rPr lang="en-US" dirty="0"/>
              <a:t>Cost of 1 Booster:		35</a:t>
            </a:r>
          </a:p>
          <a:p>
            <a:endParaRPr lang="en-US" dirty="0"/>
          </a:p>
          <a:p>
            <a:r>
              <a:rPr lang="en-US" dirty="0"/>
              <a:t>Calculation:</a:t>
            </a:r>
          </a:p>
          <a:p>
            <a:r>
              <a:rPr lang="en-US" dirty="0"/>
              <a:t>‘No booster’ cancellations:   1,500,000 * 14.5% = 217,500</a:t>
            </a:r>
          </a:p>
          <a:p>
            <a:r>
              <a:rPr lang="en-US" dirty="0"/>
              <a:t>‘Give booster’ cancellations: 1,500,000 * 12.5% = 187,500</a:t>
            </a:r>
          </a:p>
          <a:p>
            <a:endParaRPr lang="en-US" dirty="0"/>
          </a:p>
          <a:p>
            <a:r>
              <a:rPr lang="en-US" dirty="0"/>
              <a:t>(+) 217,500 - 187,500 = 30,000 * 1,800 = 54,000,000</a:t>
            </a:r>
          </a:p>
          <a:p>
            <a:r>
              <a:rPr lang="en-US" dirty="0"/>
              <a:t>(-)  1,500,000 * 35                               = 45,000,000</a:t>
            </a:r>
          </a:p>
          <a:p>
            <a:endParaRPr lang="en-US" dirty="0"/>
          </a:p>
          <a:p>
            <a:r>
              <a:rPr lang="en-US" dirty="0"/>
              <a:t>9,000,000 net benefit !!</a:t>
            </a:r>
            <a:endParaRPr lang="en-CH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101CCB-B443-2DDD-0FC5-19829A71B93C}"/>
              </a:ext>
            </a:extLst>
          </p:cNvPr>
          <p:cNvSpPr txBox="1"/>
          <p:nvPr/>
        </p:nvSpPr>
        <p:spPr>
          <a:xfrm>
            <a:off x="6744072" y="4293096"/>
            <a:ext cx="51087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i="1" dirty="0">
                <a:solidFill>
                  <a:srgbClr val="FF0000"/>
                </a:solidFill>
              </a:rPr>
              <a:t>SB: </a:t>
            </a:r>
            <a:r>
              <a:rPr lang="cs-CZ" i="1" dirty="0" err="1">
                <a:solidFill>
                  <a:srgbClr val="FF0000"/>
                </a:solidFill>
              </a:rPr>
              <a:t>there</a:t>
            </a:r>
            <a:r>
              <a:rPr lang="cs-CZ" i="1" dirty="0">
                <a:solidFill>
                  <a:srgbClr val="FF0000"/>
                </a:solidFill>
              </a:rPr>
              <a:t> </a:t>
            </a:r>
            <a:r>
              <a:rPr lang="cs-CZ" i="1" dirty="0" err="1">
                <a:solidFill>
                  <a:srgbClr val="FF0000"/>
                </a:solidFill>
              </a:rPr>
              <a:t>is</a:t>
            </a:r>
            <a:r>
              <a:rPr lang="cs-CZ" i="1" dirty="0">
                <a:solidFill>
                  <a:srgbClr val="FF0000"/>
                </a:solidFill>
              </a:rPr>
              <a:t> a </a:t>
            </a:r>
            <a:r>
              <a:rPr lang="cs-CZ" i="1" dirty="0" err="1">
                <a:solidFill>
                  <a:srgbClr val="FF0000"/>
                </a:solidFill>
              </a:rPr>
              <a:t>selection</a:t>
            </a:r>
            <a:r>
              <a:rPr lang="cs-CZ" i="1" dirty="0">
                <a:solidFill>
                  <a:srgbClr val="FF0000"/>
                </a:solidFill>
              </a:rPr>
              <a:t> </a:t>
            </a:r>
            <a:r>
              <a:rPr lang="cs-CZ" i="1" dirty="0" err="1">
                <a:solidFill>
                  <a:srgbClr val="FF0000"/>
                </a:solidFill>
              </a:rPr>
              <a:t>bias</a:t>
            </a:r>
            <a:r>
              <a:rPr lang="cs-CZ" i="1" dirty="0">
                <a:solidFill>
                  <a:srgbClr val="FF0000"/>
                </a:solidFill>
              </a:rPr>
              <a:t>, </a:t>
            </a:r>
            <a:r>
              <a:rPr lang="cs-CZ" i="1" dirty="0" err="1">
                <a:solidFill>
                  <a:srgbClr val="FF0000"/>
                </a:solidFill>
              </a:rPr>
              <a:t>lower</a:t>
            </a:r>
            <a:r>
              <a:rPr lang="cs-CZ" i="1" dirty="0">
                <a:solidFill>
                  <a:srgbClr val="FF0000"/>
                </a:solidFill>
              </a:rPr>
              <a:t> </a:t>
            </a:r>
            <a:r>
              <a:rPr lang="cs-CZ" i="1" dirty="0" err="1">
                <a:solidFill>
                  <a:srgbClr val="FF0000"/>
                </a:solidFill>
              </a:rPr>
              <a:t>churn</a:t>
            </a:r>
            <a:r>
              <a:rPr lang="cs-CZ" i="1" dirty="0">
                <a:solidFill>
                  <a:srgbClr val="FF0000"/>
                </a:solidFill>
              </a:rPr>
              <a:t> </a:t>
            </a:r>
            <a:r>
              <a:rPr lang="cs-CZ" i="1" dirty="0" err="1">
                <a:solidFill>
                  <a:srgbClr val="FF0000"/>
                </a:solidFill>
              </a:rPr>
              <a:t>rate</a:t>
            </a:r>
            <a:r>
              <a:rPr lang="cs-CZ" i="1" dirty="0">
                <a:solidFill>
                  <a:srgbClr val="FF0000"/>
                </a:solidFill>
              </a:rPr>
              <a:t> </a:t>
            </a:r>
            <a:r>
              <a:rPr lang="cs-CZ" i="1" dirty="0" err="1">
                <a:solidFill>
                  <a:srgbClr val="FF0000"/>
                </a:solidFill>
              </a:rPr>
              <a:t>is</a:t>
            </a:r>
            <a:r>
              <a:rPr lang="cs-CZ" i="1" dirty="0">
                <a:solidFill>
                  <a:srgbClr val="FF0000"/>
                </a:solidFill>
              </a:rPr>
              <a:t> </a:t>
            </a:r>
          </a:p>
          <a:p>
            <a:r>
              <a:rPr lang="cs-CZ" i="1" dirty="0">
                <a:solidFill>
                  <a:srgbClr val="FF0000"/>
                </a:solidFill>
              </a:rPr>
              <a:t>not </a:t>
            </a:r>
            <a:r>
              <a:rPr lang="cs-CZ" i="1" dirty="0" err="1">
                <a:solidFill>
                  <a:srgbClr val="FF0000"/>
                </a:solidFill>
              </a:rPr>
              <a:t>applicable</a:t>
            </a:r>
            <a:r>
              <a:rPr lang="cs-CZ" i="1" dirty="0">
                <a:solidFill>
                  <a:srgbClr val="FF0000"/>
                </a:solidFill>
              </a:rPr>
              <a:t> to </a:t>
            </a:r>
            <a:r>
              <a:rPr lang="cs-CZ" i="1" dirty="0" err="1">
                <a:solidFill>
                  <a:srgbClr val="FF0000"/>
                </a:solidFill>
              </a:rPr>
              <a:t>population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893606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53E77-9BC2-B5BD-D2B1-A3D2163A8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  <a:endParaRPr lang="en-CH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6C9269-0BC9-B0EC-27AA-39A96DC8386B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22B4C34-8539-4A47-8763-AA072889AAA3}" type="datetime1">
              <a:rPr lang="en-GB" smtClean="0"/>
              <a:t>16/06/2026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77143C-D05C-6D61-A69A-14CA35C07E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Presentation description - CONFIDENTIALTY NOTE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7A33BF-FDBB-2E78-4197-53D938BC71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622C71B-F0A5-40B6-B6DA-5780E9494F8A}" type="slidenum">
              <a:rPr lang="en-GB" smtClean="0"/>
              <a:pPr/>
              <a:t>16</a:t>
            </a:fld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602797-D4AE-B0EB-DE90-8BEB3A19CD46}"/>
              </a:ext>
            </a:extLst>
          </p:cNvPr>
          <p:cNvSpPr txBox="1"/>
          <p:nvPr/>
        </p:nvSpPr>
        <p:spPr>
          <a:xfrm>
            <a:off x="983433" y="1700808"/>
            <a:ext cx="856895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Recommendations</a:t>
            </a:r>
          </a:p>
          <a:p>
            <a:pPr marL="342900" indent="-342900">
              <a:buAutoNum type="arabicPeriod"/>
            </a:pPr>
            <a:r>
              <a:rPr lang="en-US" dirty="0"/>
              <a:t>ideally more research is needed before decision</a:t>
            </a:r>
          </a:p>
          <a:p>
            <a:pPr marL="342900" indent="-342900">
              <a:buAutoNum type="arabicPeriod"/>
            </a:pPr>
            <a:r>
              <a:rPr lang="en-US" dirty="0"/>
              <a:t>could do a causal analysis, for example</a:t>
            </a:r>
          </a:p>
          <a:p>
            <a:pPr marL="342900" indent="-342900">
              <a:buAutoNum type="arabicPeriod"/>
            </a:pPr>
            <a:r>
              <a:rPr lang="en-US" dirty="0"/>
              <a:t>if decision needed immediately, full rollout seems worth CHF 9 million </a:t>
            </a:r>
            <a:r>
              <a:rPr lang="en-US" dirty="0" err="1"/>
              <a:t>basedo</a:t>
            </a:r>
            <a:r>
              <a:rPr lang="en-US" dirty="0"/>
              <a:t> n t-test and log reg both saying 2% less churn with Wi-Fi booster</a:t>
            </a:r>
            <a:endParaRPr lang="en-CH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893F3C-0514-CCFF-678A-ADC1BAE4F6AE}"/>
              </a:ext>
            </a:extLst>
          </p:cNvPr>
          <p:cNvSpPr txBox="1"/>
          <p:nvPr/>
        </p:nvSpPr>
        <p:spPr>
          <a:xfrm>
            <a:off x="1370430" y="3752144"/>
            <a:ext cx="8203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i="1" dirty="0">
                <a:solidFill>
                  <a:srgbClr val="FF0000"/>
                </a:solidFill>
              </a:rPr>
              <a:t>SB: </a:t>
            </a:r>
            <a:r>
              <a:rPr lang="cs-CZ" i="1" dirty="0" err="1">
                <a:solidFill>
                  <a:srgbClr val="FF0000"/>
                </a:solidFill>
              </a:rPr>
              <a:t>give</a:t>
            </a:r>
            <a:r>
              <a:rPr lang="cs-CZ" i="1" dirty="0">
                <a:solidFill>
                  <a:srgbClr val="FF0000"/>
                </a:solidFill>
              </a:rPr>
              <a:t> </a:t>
            </a:r>
            <a:r>
              <a:rPr lang="cs-CZ" i="1" dirty="0" err="1">
                <a:solidFill>
                  <a:srgbClr val="FF0000"/>
                </a:solidFill>
              </a:rPr>
              <a:t>it</a:t>
            </a:r>
            <a:r>
              <a:rPr lang="cs-CZ" i="1" dirty="0">
                <a:solidFill>
                  <a:srgbClr val="FF0000"/>
                </a:solidFill>
              </a:rPr>
              <a:t> 2 more </a:t>
            </a:r>
            <a:r>
              <a:rPr lang="cs-CZ" i="1" dirty="0" err="1">
                <a:solidFill>
                  <a:srgbClr val="FF0000"/>
                </a:solidFill>
              </a:rPr>
              <a:t>days</a:t>
            </a:r>
            <a:r>
              <a:rPr lang="cs-CZ" i="1" dirty="0">
                <a:solidFill>
                  <a:srgbClr val="FF0000"/>
                </a:solidFill>
              </a:rPr>
              <a:t> and </a:t>
            </a:r>
            <a:r>
              <a:rPr lang="cs-CZ" i="1" dirty="0" err="1">
                <a:solidFill>
                  <a:srgbClr val="FF0000"/>
                </a:solidFill>
              </a:rPr>
              <a:t>cancel</a:t>
            </a:r>
            <a:r>
              <a:rPr lang="cs-CZ" i="1" dirty="0">
                <a:solidFill>
                  <a:srgbClr val="FF0000"/>
                </a:solidFill>
              </a:rPr>
              <a:t> </a:t>
            </a:r>
            <a:r>
              <a:rPr lang="cs-CZ" i="1" dirty="0" err="1">
                <a:solidFill>
                  <a:srgbClr val="FF0000"/>
                </a:solidFill>
              </a:rPr>
              <a:t>the</a:t>
            </a:r>
            <a:r>
              <a:rPr lang="cs-CZ" i="1" dirty="0">
                <a:solidFill>
                  <a:srgbClr val="FF0000"/>
                </a:solidFill>
              </a:rPr>
              <a:t> meeting </a:t>
            </a:r>
            <a:r>
              <a:rPr lang="cs-CZ" i="1" dirty="0" err="1">
                <a:solidFill>
                  <a:srgbClr val="FF0000"/>
                </a:solidFill>
              </a:rPr>
              <a:t>if</a:t>
            </a:r>
            <a:r>
              <a:rPr lang="cs-CZ" i="1" dirty="0">
                <a:solidFill>
                  <a:srgbClr val="FF0000"/>
                </a:solidFill>
              </a:rPr>
              <a:t> more </a:t>
            </a:r>
            <a:r>
              <a:rPr lang="cs-CZ" i="1" dirty="0" err="1">
                <a:solidFill>
                  <a:srgbClr val="FF0000"/>
                </a:solidFill>
              </a:rPr>
              <a:t>research</a:t>
            </a:r>
            <a:r>
              <a:rPr lang="cs-CZ" i="1" dirty="0">
                <a:solidFill>
                  <a:srgbClr val="FF0000"/>
                </a:solidFill>
              </a:rPr>
              <a:t> </a:t>
            </a:r>
            <a:r>
              <a:rPr lang="cs-CZ" i="1" dirty="0" err="1">
                <a:solidFill>
                  <a:srgbClr val="FF0000"/>
                </a:solidFill>
              </a:rPr>
              <a:t>is</a:t>
            </a:r>
            <a:r>
              <a:rPr lang="cs-CZ" i="1" dirty="0">
                <a:solidFill>
                  <a:srgbClr val="FF0000"/>
                </a:solidFill>
              </a:rPr>
              <a:t> </a:t>
            </a:r>
            <a:r>
              <a:rPr lang="cs-CZ" i="1" dirty="0" err="1">
                <a:solidFill>
                  <a:srgbClr val="FF0000"/>
                </a:solidFill>
              </a:rPr>
              <a:t>still</a:t>
            </a:r>
            <a:r>
              <a:rPr lang="cs-CZ" i="1" dirty="0">
                <a:solidFill>
                  <a:srgbClr val="FF0000"/>
                </a:solidFill>
              </a:rPr>
              <a:t> </a:t>
            </a:r>
            <a:r>
              <a:rPr lang="cs-CZ" i="1" dirty="0" err="1">
                <a:solidFill>
                  <a:srgbClr val="FF0000"/>
                </a:solidFill>
              </a:rPr>
              <a:t>needed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552666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14611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GmbH_Sunrise">
  <a:themeElements>
    <a:clrScheme name="Sunrise Corporate Design">
      <a:dk1>
        <a:srgbClr val="3D3935"/>
      </a:dk1>
      <a:lt1>
        <a:srgbClr val="FFFFFF"/>
      </a:lt1>
      <a:dk2>
        <a:srgbClr val="DA291C"/>
      </a:dk2>
      <a:lt2>
        <a:srgbClr val="E6E3DF"/>
      </a:lt2>
      <a:accent1>
        <a:srgbClr val="133F5C"/>
      </a:accent1>
      <a:accent2>
        <a:srgbClr val="F3A533"/>
      </a:accent2>
      <a:accent3>
        <a:srgbClr val="940359"/>
      </a:accent3>
      <a:accent4>
        <a:srgbClr val="BC4F90"/>
      </a:accent4>
      <a:accent5>
        <a:srgbClr val="F15B4D"/>
      </a:accent5>
      <a:accent6>
        <a:srgbClr val="6450A4"/>
      </a:accent6>
      <a:hlink>
        <a:srgbClr val="0563C1"/>
      </a:hlink>
      <a:folHlink>
        <a:srgbClr val="954F72"/>
      </a:folHlink>
    </a:clrScheme>
    <a:fontScheme name="GmbH_Sunrise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Spiegelung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40000"/>
                <a:lumMod val="105000"/>
              </a:schemeClr>
            </a:gs>
            <a:gs pos="41000">
              <a:schemeClr val="phClr">
                <a:tint val="57000"/>
                <a:satMod val="160000"/>
                <a:lumMod val="99000"/>
              </a:schemeClr>
            </a:gs>
            <a:gs pos="100000">
              <a:schemeClr val="phClr">
                <a:tint val="80000"/>
                <a:satMod val="18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7000"/>
                <a:satMod val="115000"/>
                <a:lumMod val="114000"/>
              </a:schemeClr>
            </a:gs>
            <a:gs pos="60000">
              <a:schemeClr val="phClr">
                <a:tint val="100000"/>
                <a:shade val="96000"/>
                <a:satMod val="100000"/>
                <a:lumMod val="108000"/>
              </a:schemeClr>
            </a:gs>
            <a:gs pos="100000">
              <a:schemeClr val="phClr">
                <a:shade val="91000"/>
                <a:sat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50800" dist="31750" dir="5400000" sy="98000" rotWithShape="0">
              <a:srgbClr val="000000">
                <a:alpha val="4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4800000"/>
            </a:lightRig>
          </a:scene3d>
          <a:sp3d prstMaterial="matte">
            <a:bevelT w="25400" h="44450"/>
          </a:sp3d>
        </a:effectStyle>
        <a:effectStyle>
          <a:effectLst>
            <a:reflection blurRad="25400" stA="32000" endPos="28000" dist="8889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Info 1">
      <a:srgbClr val="3A4FC7"/>
    </a:custClr>
    <a:custClr name="Info 2">
      <a:srgbClr val="E88548"/>
    </a:custClr>
    <a:custClr name="Info 3">
      <a:srgbClr val="9B64BD"/>
    </a:custClr>
    <a:custClr name="Info 4">
      <a:srgbClr val="C9367C"/>
    </a:custClr>
    <a:custClr name="Info 5">
      <a:srgbClr val="F15B4D"/>
    </a:custClr>
  </a:custClrLst>
  <a:extLst>
    <a:ext uri="{05A4C25C-085E-4340-85A3-A5531E510DB2}">
      <thm15:themeFamily xmlns:thm15="http://schemas.microsoft.com/office/thememl/2012/main" name="PPT Template Blank (4).potx" id="{94C88737-ED72-4533-8250-C20E80F79C2C}" vid="{B0562CF9-87C1-4A86-A97B-B1381537DBF5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C3F629B479E684C98A115D743AE17AD" ma:contentTypeVersion="6" ma:contentTypeDescription="Ein neues Dokument erstellen." ma:contentTypeScope="" ma:versionID="54b9edd7663d60bb18de8a401c8ae558">
  <xsd:schema xmlns:xsd="http://www.w3.org/2001/XMLSchema" xmlns:xs="http://www.w3.org/2001/XMLSchema" xmlns:p="http://schemas.microsoft.com/office/2006/metadata/properties" xmlns:ns2="e8db6923-9182-43c2-a7ce-2531ce75c35a" xmlns:ns3="e38efed2-7168-4933-8783-d4c0cfbbf168" targetNamespace="http://schemas.microsoft.com/office/2006/metadata/properties" ma:root="true" ma:fieldsID="3f01319d051765709a6f928e8430e9e2" ns2:_="" ns3:_="">
    <xsd:import namespace="e8db6923-9182-43c2-a7ce-2531ce75c35a"/>
    <xsd:import namespace="e38efed2-7168-4933-8783-d4c0cfbbf16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db6923-9182-43c2-a7ce-2531ce75c35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8efed2-7168-4933-8783-d4c0cfbbf168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1D789B4-2504-4345-ABBB-06503D676E35}">
  <ds:schemaRefs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purl.org/dc/elements/1.1/"/>
    <ds:schemaRef ds:uri="e38efed2-7168-4933-8783-d4c0cfbbf168"/>
    <ds:schemaRef ds:uri="http://schemas.openxmlformats.org/package/2006/metadata/core-properties"/>
    <ds:schemaRef ds:uri="http://schemas.microsoft.com/office/2006/metadata/properties"/>
    <ds:schemaRef ds:uri="e8db6923-9182-43c2-a7ce-2531ce75c35a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96758CFF-ECE1-4BC0-9EC3-9F9F0BA7FB4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8db6923-9182-43c2-a7ce-2531ce75c35a"/>
    <ds:schemaRef ds:uri="e38efed2-7168-4933-8783-d4c0cfbbf16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645C6B0-7992-4F59-918D-EC7DBE52C00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d33132b-6f1b-488f-a083-829d45dae31f}" enabled="1" method="Standard" siteId="{ac66e848-7cb4-490d-b461-4eb2e62f8340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Sunrise_Corporate_Brand_Blank</Template>
  <TotalTime>6823</TotalTime>
  <Words>385</Words>
  <Application>Microsoft Macintosh PowerPoint</Application>
  <PresentationFormat>Widescreen</PresentationFormat>
  <Paragraphs>87</Paragraphs>
  <Slides>17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Tahoma</vt:lpstr>
      <vt:lpstr>GmbH_Sunrise</vt:lpstr>
      <vt:lpstr>think-cell Slide</vt:lpstr>
      <vt:lpstr>WiFi Booster Impact</vt:lpstr>
      <vt:lpstr>EDA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Impact</vt:lpstr>
      <vt:lpstr>PowerPoint Presentation</vt:lpstr>
      <vt:lpstr>PowerPoint Presentation</vt:lpstr>
      <vt:lpstr>PowerPoint Presentation</vt:lpstr>
      <vt:lpstr>NEXT STEPS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Lämmel, Klaus</dc:creator>
  <cp:lastModifiedBy>Babenyshev Stanislav</cp:lastModifiedBy>
  <cp:revision>3</cp:revision>
  <dcterms:created xsi:type="dcterms:W3CDTF">2026-05-26T15:46:55Z</dcterms:created>
  <dcterms:modified xsi:type="dcterms:W3CDTF">2026-06-16T16:04:29Z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0x0101007C3F629B479E684C98A115D743AE17AD</vt:lpwstr>
  </property>
  <property fmtid="{D5CDD505-2E9C-101B-9397-08002B2CF9AE}" pid="3" name="MediaServiceImageTags">
    <vt:lpwstr/>
  </property>
  <property fmtid="{D5CDD505-2E9C-101B-9397-08002B2CF9AE}" pid="4" name="ClassificationContentMarkingFooterLocations">
    <vt:lpwstr>GmbH_Sunrise:18</vt:lpwstr>
  </property>
  <property fmtid="{D5CDD505-2E9C-101B-9397-08002B2CF9AE}" pid="5" name="ClassificationContentMarkingFooterText">
    <vt:lpwstr>Internal</vt:lpwstr>
  </property>
</Properties>
</file>