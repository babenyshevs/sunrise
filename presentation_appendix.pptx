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60" r:id="rId4"/>
    <p:sldMasterId id="2147483902" r:id="rId5"/>
  </p:sldMasterIdLst>
  <p:notesMasterIdLst>
    <p:notesMasterId r:id="rId26"/>
  </p:notesMasterIdLst>
  <p:sldIdLst>
    <p:sldId id="256" r:id="rId6"/>
    <p:sldId id="2147474698" r:id="rId7"/>
    <p:sldId id="2147474701" r:id="rId8"/>
    <p:sldId id="2147474689" r:id="rId9"/>
    <p:sldId id="2147474706" r:id="rId10"/>
    <p:sldId id="2147474685" r:id="rId11"/>
    <p:sldId id="2147474629" r:id="rId12"/>
    <p:sldId id="2147474711" r:id="rId13"/>
    <p:sldId id="2147474712" r:id="rId14"/>
    <p:sldId id="2147474708" r:id="rId15"/>
    <p:sldId id="2147474713" r:id="rId16"/>
    <p:sldId id="2147474710" r:id="rId17"/>
    <p:sldId id="2147474709" r:id="rId18"/>
    <p:sldId id="2147474714" r:id="rId19"/>
    <p:sldId id="2147474715" r:id="rId20"/>
    <p:sldId id="2147474716" r:id="rId21"/>
    <p:sldId id="2147474717" r:id="rId22"/>
    <p:sldId id="2147474718" r:id="rId23"/>
    <p:sldId id="2147474719" r:id="rId24"/>
    <p:sldId id="2147474626" r:id="rId25"/>
  </p:sldIdLst>
  <p:sldSz cx="12192000" cy="6858000"/>
  <p:notesSz cx="6858000" cy="9144000"/>
  <p:custDataLst>
    <p:tags r:id="rId27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291C"/>
    <a:srgbClr val="DA192C"/>
    <a:srgbClr val="F0EEEC"/>
    <a:srgbClr val="E6E3DF"/>
    <a:srgbClr val="77E0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FFFF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012ECD-51FC-FFFF-AA8D-1B2483CD663E}" styleName="SUNRIS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</a:tcStyle>
    </a:lastRow>
    <a:firstRow>
      <a:tcTxStyle b="on">
        <a:fontRef idx="major">
          <a:scrgbClr r="255" g="255" b="255"/>
        </a:fontRef>
        <a:schemeClr val="lt1"/>
      </a:tcTxStyle>
      <a:tcStyle>
        <a:tcBdr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</a:tcBdr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9" autoAdjust="0"/>
    <p:restoredTop sz="94655" autoAdjust="0"/>
  </p:normalViewPr>
  <p:slideViewPr>
    <p:cSldViewPr showGuides="1">
      <p:cViewPr varScale="1">
        <p:scale>
          <a:sx n="86" d="100"/>
          <a:sy n="86" d="100"/>
        </p:scale>
        <p:origin x="248" y="8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ämmel, Klaus" userId="21c347ad-9fe7-405b-8352-d0801ef57c0d" providerId="ADAL" clId="{1CCC952E-8CA9-405E-BB06-88E1DD7F6781}"/>
    <pc:docChg chg="delSld">
      <pc:chgData name="Lämmel, Klaus" userId="21c347ad-9fe7-405b-8352-d0801ef57c0d" providerId="ADAL" clId="{1CCC952E-8CA9-405E-BB06-88E1DD7F6781}" dt="2026-06-02T09:45:28.075" v="0" actId="47"/>
      <pc:docMkLst>
        <pc:docMk/>
      </pc:docMkLst>
      <pc:sldChg chg="del">
        <pc:chgData name="Lämmel, Klaus" userId="21c347ad-9fe7-405b-8352-d0801ef57c0d" providerId="ADAL" clId="{1CCC952E-8CA9-405E-BB06-88E1DD7F6781}" dt="2026-06-02T09:45:28.075" v="0" actId="47"/>
        <pc:sldMkLst>
          <pc:docMk/>
          <pc:sldMk cId="3553195333" sldId="214747464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D074E5-F24B-4253-A921-8FC4C04D927C}" type="datetimeFigureOut">
              <a:rPr lang="de-DE" smtClean="0"/>
              <a:t>19.06.26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106E30-3B85-405A-919E-77A48A946BF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4594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7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7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7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7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9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21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svg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7.jpe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2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jpe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1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7.sv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7.sv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7.sv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7.sv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9.sv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21.sv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svg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7.jpe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2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age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/>
            </a:lvl1pPr>
          </a:lstStyle>
          <a:p>
            <a:r>
              <a:rPr lang="en-GB" noProof="0" dirty="0"/>
              <a:t>Title page Tahoma</a:t>
            </a:r>
            <a:br>
              <a:rPr lang="en-GB" noProof="0" dirty="0"/>
            </a:br>
            <a:r>
              <a:rPr lang="en-GB" noProof="0" dirty="0"/>
              <a:t>Regular 46pt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F38D8D8-3C83-D5BF-35A8-FC65663099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EA02D96-00F6-44C0-C8D8-682C01B4A6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6B1870-AC61-E2F1-B3F2-2A71A9CD162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825357B0-0EAB-921F-778F-4259F05175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1DEF8CD4-AC3E-A18F-4CF2-32A35E0B99C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10" name="Graphic 4">
            <a:extLst>
              <a:ext uri="{FF2B5EF4-FFF2-40B4-BE49-F238E27FC236}">
                <a16:creationId xmlns:a16="http://schemas.microsoft.com/office/drawing/2014/main" id="{48EA428B-8D4C-F86A-473B-07D2F0BF7E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8DE77133-20DA-0034-860B-1108ED1E002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146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age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page Tahoma</a:t>
            </a:r>
            <a:br>
              <a:rPr lang="en-GB" noProof="0"/>
            </a:br>
            <a:r>
              <a:rPr lang="en-GB" noProof="0"/>
              <a:t>Regular 46pt</a:t>
            </a:r>
            <a:endParaRPr lang="en-GB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8B24DAA-140E-5460-44BB-0AB9F6F05A8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AB53D17-AD19-C4AA-65A3-8581E28F94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149011F5-C195-5B30-F285-E500B1B7A15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9" name="Graphic 4">
            <a:extLst>
              <a:ext uri="{FF2B5EF4-FFF2-40B4-BE49-F238E27FC236}">
                <a16:creationId xmlns:a16="http://schemas.microsoft.com/office/drawing/2014/main" id="{A188E4AB-E23E-7CE1-9D2E-DBBD0163A6C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45DB35F1-109E-F0C3-843C-62B49B5992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11" name="Graphic 4">
            <a:extLst>
              <a:ext uri="{FF2B5EF4-FFF2-40B4-BE49-F238E27FC236}">
                <a16:creationId xmlns:a16="http://schemas.microsoft.com/office/drawing/2014/main" id="{1B077F9E-4C64-A980-1511-14060FADFD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893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l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AB53D17-AD19-C4AA-65A3-8581E28F94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27C7D86-013E-227B-04A0-F3F81FA429BD}"/>
              </a:ext>
            </a:extLst>
          </p:cNvPr>
          <p:cNvSpPr/>
          <p:nvPr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CA60CE4E-D4D6-8B89-A357-2FA9499E3FD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9194C185-11C5-DE5A-412F-A22FFB8AAFF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7" name="Rectangle 13">
            <a:extLst>
              <a:ext uri="{FF2B5EF4-FFF2-40B4-BE49-F238E27FC236}">
                <a16:creationId xmlns:a16="http://schemas.microsoft.com/office/drawing/2014/main" id="{8FE80282-0A73-8EDC-89D0-2A64BAE01EE9}"/>
              </a:ext>
            </a:extLst>
          </p:cNvPr>
          <p:cNvSpPr/>
          <p:nvPr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884EB802-C6CB-08EE-95CE-FAB77BB1BF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9" name="Graphic 4">
            <a:extLst>
              <a:ext uri="{FF2B5EF4-FFF2-40B4-BE49-F238E27FC236}">
                <a16:creationId xmlns:a16="http://schemas.microsoft.com/office/drawing/2014/main" id="{9373C2FA-E230-237F-09C8-B7E96681FA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10" name="Rectangle 13">
            <a:extLst>
              <a:ext uri="{FF2B5EF4-FFF2-40B4-BE49-F238E27FC236}">
                <a16:creationId xmlns:a16="http://schemas.microsoft.com/office/drawing/2014/main" id="{25627794-07DD-EF28-4C29-3C7BAB4EABBA}"/>
              </a:ext>
            </a:extLst>
          </p:cNvPr>
          <p:cNvSpPr/>
          <p:nvPr userDrawn="1"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2750482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page with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9CE2A31-FF39-4F0E-50FA-8381A00B59B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50081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page Tahoma</a:t>
            </a:r>
            <a:br>
              <a:rPr lang="en-GB" noProof="0"/>
            </a:br>
            <a:r>
              <a:rPr lang="en-GB" noProof="0"/>
              <a:t>Regular 46pt</a:t>
            </a:r>
            <a:endParaRPr lang="en-GB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141EDD3-1C1B-9CF2-9A6D-C1EEA468D3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1600" y="1791000"/>
            <a:ext cx="3679200" cy="3276000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en-US" dirty="0"/>
              <a:t> </a:t>
            </a:r>
            <a:endParaRPr lang="de-CH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FDDB8A81-EF60-A157-071A-9E447E42B39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21725D1A-B2EB-CD7B-1A08-5E609A93C3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736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page The Bea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63877F06-C7CF-4E72-66F5-A16773F31F3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11668082-C103-04C4-615F-C4CF11CEB98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Title page Tahoma</a:t>
            </a:r>
            <a:br>
              <a:rPr lang="en-GB" noProof="0" dirty="0"/>
            </a:br>
            <a:r>
              <a:rPr lang="en-GB" noProof="0" dirty="0"/>
              <a:t>Regular 46pt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E2DAB89-A77F-21F4-3F02-CC99C8DF79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F38D8D8-3C83-D5BF-35A8-FC656630990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516A39E-CE5F-3E77-DF9A-5FC04D05DC8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12D14B0B-8754-B379-C376-7FE1FB336C3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2" name="Graphic 5">
            <a:extLst>
              <a:ext uri="{FF2B5EF4-FFF2-40B4-BE49-F238E27FC236}">
                <a16:creationId xmlns:a16="http://schemas.microsoft.com/office/drawing/2014/main" id="{60DF0103-D8DB-CE12-8134-A2927C18D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995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2503AE8-87C8-7C42-87FF-B221056179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750" y="1563689"/>
            <a:ext cx="11366500" cy="4538661"/>
          </a:xfrm>
        </p:spPr>
        <p:txBody>
          <a:bodyPr numCol="2"/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600"/>
              </a:spcAft>
              <a:tabLst>
                <a:tab pos="5203825" algn="r"/>
              </a:tabLst>
              <a:defRPr/>
            </a:lvl1pPr>
            <a:lvl2pPr>
              <a:lnSpc>
                <a:spcPct val="170000"/>
              </a:lnSpc>
              <a:defRPr/>
            </a:lvl2pPr>
            <a:lvl3pPr>
              <a:lnSpc>
                <a:spcPct val="170000"/>
              </a:lnSpc>
              <a:defRPr/>
            </a:lvl3pPr>
            <a:lvl4pPr>
              <a:lnSpc>
                <a:spcPct val="170000"/>
              </a:lnSpc>
              <a:defRPr/>
            </a:lvl4pPr>
            <a:lvl5pPr>
              <a:lnSpc>
                <a:spcPct val="170000"/>
              </a:lnSpc>
              <a:defRPr/>
            </a:lvl5pPr>
          </a:lstStyle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  <a:endParaRPr lang="en-GB" dirty="0"/>
          </a:p>
        </p:txBody>
      </p:sp>
      <p:sp>
        <p:nvSpPr>
          <p:cNvPr id="25" name="Tytuł 1">
            <a:extLst>
              <a:ext uri="{FF2B5EF4-FFF2-40B4-BE49-F238E27FC236}">
                <a16:creationId xmlns:a16="http://schemas.microsoft.com/office/drawing/2014/main" id="{9C6D873D-3126-1544-962C-88D0FD3CC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000" y="319149"/>
            <a:ext cx="9720000" cy="925451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Agenda</a:t>
            </a:r>
            <a:br>
              <a:rPr lang="en-GB"/>
            </a:b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5E121F-7732-2A3A-0581-E5F2CEB725A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963F8C3-E174-46F7-A860-B75DC1343E3B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FD6708-A4EB-380C-B44E-1EE6B67751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95608-6BD9-1F3C-31D7-0FB5E95756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9296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1" orient="horz" pos="984">
          <p15:clr>
            <a:srgbClr val="FBAE40"/>
          </p15:clr>
        </p15:guide>
        <p15:guide id="12" orient="horz" pos="784">
          <p15:clr>
            <a:srgbClr val="FBAE40"/>
          </p15:clr>
        </p15:guide>
        <p15:guide id="13" pos="3946">
          <p15:clr>
            <a:srgbClr val="FBAE40"/>
          </p15:clr>
        </p15:guide>
        <p15:guide id="14" orient="horz" pos="397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Agenda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0484B7-EB5B-9411-1251-17ED1D5DD8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6800" y="1414800"/>
            <a:ext cx="5544738" cy="4751050"/>
          </a:xfrm>
        </p:spPr>
        <p:txBody>
          <a:bodyPr/>
          <a:lstStyle>
            <a:lvl1pPr>
              <a:lnSpc>
                <a:spcPct val="140000"/>
              </a:lnSpc>
              <a:spcBef>
                <a:spcPts val="0"/>
              </a:spcBef>
              <a:spcAft>
                <a:spcPts val="1600"/>
              </a:spcAft>
              <a:tabLst>
                <a:tab pos="5384800" algn="r"/>
              </a:tabLst>
              <a:defRPr/>
            </a:lvl1pPr>
          </a:lstStyle>
          <a:p>
            <a:pPr lvl="0"/>
            <a:r>
              <a:rPr lang="en-GB" noProof="0"/>
              <a:t>Click to add text Tahoma Regular 18pt 	2</a:t>
            </a:r>
          </a:p>
          <a:p>
            <a:pPr lvl="0"/>
            <a:r>
              <a:rPr lang="en-GB" noProof="0"/>
              <a:t>Adipiscing elit. Maecenas porttitor congue massa</a:t>
            </a:r>
            <a:br>
              <a:rPr lang="en-GB" noProof="0"/>
            </a:br>
            <a:r>
              <a:rPr lang="en-GB" noProof="0"/>
              <a:t>fusce posuere, magna sed pulvinar ultricies	6</a:t>
            </a:r>
          </a:p>
          <a:p>
            <a:pPr lvl="0"/>
            <a:r>
              <a:rPr lang="en-GB" noProof="0"/>
              <a:t>Purus lectus malesuada libero	7</a:t>
            </a:r>
          </a:p>
          <a:p>
            <a:pPr lvl="0"/>
            <a:r>
              <a:rPr lang="en-GB" noProof="0"/>
              <a:t>Sit amet commodo magna eros qujs uma lorem </a:t>
            </a:r>
            <a:br>
              <a:rPr lang="en-GB" noProof="0"/>
            </a:br>
            <a:r>
              <a:rPr lang="en-GB" noProof="0"/>
              <a:t>ipsum dolor sit amet, consectetuer	16</a:t>
            </a:r>
          </a:p>
          <a:p>
            <a:pPr lvl="0"/>
            <a:r>
              <a:rPr lang="en-GB" noProof="0"/>
              <a:t>Nunc viverra imperdiet enim	22</a:t>
            </a:r>
          </a:p>
          <a:p>
            <a:pPr lvl="0"/>
            <a:r>
              <a:rPr lang="en-GB" noProof="0"/>
              <a:t>Vivamus a tellus	24</a:t>
            </a:r>
            <a:endParaRPr lang="en-GB" noProof="0" dirty="0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7BBD0EF3-422C-AA7B-57FD-AB1944B7A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6096000" y="-11438"/>
            <a:ext cx="6096000" cy="6869438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ACA67851-F5B3-6F8A-38D9-3E08F7B3B1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B1C7205-C863-4E78-8E8D-3B4876964C7F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CE36C03B-8040-A932-D3DA-9A1227EAAA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AEDB4900-5D18-1C4F-0225-415135BDF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6625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4" pos="3840" userDrawn="1">
          <p15:clr>
            <a:srgbClr val="FBAE40"/>
          </p15:clr>
        </p15:guide>
        <p15:guide id="25" orient="horz" pos="890" userDrawn="1">
          <p15:clr>
            <a:srgbClr val="FBAE40"/>
          </p15:clr>
        </p15:guide>
        <p15:guide id="26" orient="horz" pos="70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ECE73981-C201-51EF-2607-8B6F98986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2BD7BEA-F208-4EA6-9D7D-7072581083D1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19EFF565-89FB-EE3D-83C5-B2463D688A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2" name="Symbol zastępczy numeru slajdu 5">
            <a:extLst>
              <a:ext uri="{FF2B5EF4-FFF2-40B4-BE49-F238E27FC236}">
                <a16:creationId xmlns:a16="http://schemas.microsoft.com/office/drawing/2014/main" id="{E4D0551D-FDE2-0510-6E01-BBCE89D80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3231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01BE1B-4DEC-A35D-BC96-0A2B3CC096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E0571D5-3B18-53C0-7177-77782D50FD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B60543D4-6FED-721E-6C63-F201FEBF44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22B4C34-8539-4A47-8763-AA072889AAA3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3C3C6A52-8BB8-1700-F328-99B71F251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73C14E30-0B55-0241-00BA-A1B71E252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1198766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237F1CC-DD3F-9046-4B2A-4BC66E001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54A7669-69F9-5D52-67FF-E0E7527ACBB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CE43F19C-3512-1AB6-03EC-8E8E2F9AE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C21673D-680A-4025-B6B6-528AB9DA251C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E7D81EBE-52CA-3A58-9F22-D6A3AA3074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4" name="Symbol zastępczy numeru slajdu 5">
            <a:extLst>
              <a:ext uri="{FF2B5EF4-FFF2-40B4-BE49-F238E27FC236}">
                <a16:creationId xmlns:a16="http://schemas.microsoft.com/office/drawing/2014/main" id="{499C5BA5-71E5-574B-F9A4-F0501F0FE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44654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5" orient="horz" pos="1071" userDrawn="1">
          <p15:clr>
            <a:srgbClr val="FBAE40"/>
          </p15:clr>
        </p15:guide>
        <p15:guide id="26" orient="horz" pos="709" userDrawn="1">
          <p15:clr>
            <a:srgbClr val="FBAE40"/>
          </p15:clr>
        </p15:guide>
        <p15:guide id="27" orient="horz" pos="935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0484B7-EB5B-9411-1251-17ED1D5DD8D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571FE82-E1F7-7731-4706-09EDEA02FBE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520B8335-3727-7D84-52B2-65F1511AA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80D3C6D-0C60-4077-B8F5-4AFD9EB44CEB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9E5B11E4-F428-F378-26A3-16C1A4C64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4" name="Symbol zastępczy numeru slajdu 5">
            <a:extLst>
              <a:ext uri="{FF2B5EF4-FFF2-40B4-BE49-F238E27FC236}">
                <a16:creationId xmlns:a16="http://schemas.microsoft.com/office/drawing/2014/main" id="{DAF35DD1-4A93-070F-A309-0C833B98F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9631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9" orient="horz" pos="890" userDrawn="1">
          <p15:clr>
            <a:srgbClr val="FBAE40"/>
          </p15:clr>
        </p15:guide>
        <p15:guide id="20" orient="horz" pos="70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li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237F1CC-DD3F-9046-4B2A-4BC66E001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A67276D-2DBE-4866-1AE0-399B5CFC63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400" y="1700213"/>
            <a:ext cx="11377613" cy="4465637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D426413-CD2E-BCBA-F292-2662BEA5CE0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53496DD0-74DF-0D44-0392-CE6A24977A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FF7643-2260-4D08-BBF8-F7646AE050AE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C5CEEED5-0F02-A2B2-95B7-D87E6B2F1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5" name="Symbol zastępczy numeru slajdu 5">
            <a:extLst>
              <a:ext uri="{FF2B5EF4-FFF2-40B4-BE49-F238E27FC236}">
                <a16:creationId xmlns:a16="http://schemas.microsoft.com/office/drawing/2014/main" id="{5734D3B3-A59A-46D0-F110-FF47AB171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948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3" orient="horz" pos="1071" userDrawn="1">
          <p15:clr>
            <a:srgbClr val="FBAE40"/>
          </p15:clr>
        </p15:guide>
        <p15:guide id="24" orient="horz" pos="935" userDrawn="1">
          <p15:clr>
            <a:srgbClr val="FBAE40"/>
          </p15:clr>
        </p15:guide>
        <p15:guide id="25" orient="horz" pos="709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28pt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412875"/>
            <a:ext cx="5544737" cy="47529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34262" y="1412874"/>
            <a:ext cx="5544737" cy="47529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BC1B0D06-CBC9-8AB5-5590-2A12C629E87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11F400D0-88CD-D112-A92E-51E2784399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46984B99-A897-4A05-A0F3-1741C3D6E03C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ECA4CB8E-EE76-F7A5-D9D6-C1B213632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5" name="Symbol zastępczy numeru slajdu 5">
            <a:extLst>
              <a:ext uri="{FF2B5EF4-FFF2-40B4-BE49-F238E27FC236}">
                <a16:creationId xmlns:a16="http://schemas.microsoft.com/office/drawing/2014/main" id="{037D6656-09DA-D85C-F457-1A86C81ACB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1318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9" orient="horz" pos="890" userDrawn="1">
          <p15:clr>
            <a:srgbClr val="FBAE40"/>
          </p15:clr>
        </p15:guide>
        <p15:guide id="30" pos="3749" userDrawn="1">
          <p15:clr>
            <a:srgbClr val="FBAE40"/>
          </p15:clr>
        </p15:guide>
        <p15:guide id="31" pos="3931" userDrawn="1">
          <p15:clr>
            <a:srgbClr val="FBAE40"/>
          </p15:clr>
        </p15:guide>
        <p15:guide id="32" orient="horz" pos="709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line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700213"/>
            <a:ext cx="5544737" cy="44656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34262" y="1700212"/>
            <a:ext cx="5544737" cy="44656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D20E396C-4C0A-D991-2828-0B26C406F2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94AF034-2D95-DD57-97CF-6B0AEA6196C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4314D3A-6FAD-CBB9-3682-8079B078573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886E17A-53FD-412F-869A-60D88EE1E54A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CC6DB296-5829-F79C-B842-5F82A5346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6" name="Symbol zastępczy numeru slajdu 5">
            <a:extLst>
              <a:ext uri="{FF2B5EF4-FFF2-40B4-BE49-F238E27FC236}">
                <a16:creationId xmlns:a16="http://schemas.microsoft.com/office/drawing/2014/main" id="{EBD1E871-2FB4-BC32-57C8-CF8C2B243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2029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2" orient="horz" pos="1071" userDrawn="1">
          <p15:clr>
            <a:srgbClr val="FBAE40"/>
          </p15:clr>
        </p15:guide>
        <p15:guide id="33" pos="3749" userDrawn="1">
          <p15:clr>
            <a:srgbClr val="FBAE40"/>
          </p15:clr>
        </p15:guide>
        <p15:guide id="34" pos="3931" userDrawn="1">
          <p15:clr>
            <a:srgbClr val="FBAE40"/>
          </p15:clr>
        </p15:guide>
        <p15:guide id="35" orient="horz" pos="709" userDrawn="1">
          <p15:clr>
            <a:srgbClr val="FBAE40"/>
          </p15:clr>
        </p15:guide>
        <p15:guide id="36" orient="horz" pos="935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/ Image righ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53FB89CB-73FB-A061-3069-4251FB7D490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14000" y="319149"/>
            <a:ext cx="5177175" cy="922749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Headline Tahoma Regular 30pt</a:t>
            </a:r>
            <a:endParaRPr lang="en-GB" dirty="0"/>
          </a:p>
        </p:txBody>
      </p:sp>
      <p:sp>
        <p:nvSpPr>
          <p:cNvPr id="10" name="Symbol zastępczy zawartości 2">
            <a:extLst>
              <a:ext uri="{FF2B5EF4-FFF2-40B4-BE49-F238E27FC236}">
                <a16:creationId xmlns:a16="http://schemas.microsoft.com/office/drawing/2014/main" id="{9A5983DD-6FB8-B3BA-04DA-FFAD98C277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000" y="1562101"/>
            <a:ext cx="5177175" cy="4219574"/>
          </a:xfrm>
        </p:spPr>
        <p:txBody>
          <a:bodyPr/>
          <a:lstStyle/>
          <a:p>
            <a:pPr lvl="0"/>
            <a:r>
              <a:rPr lang="en-GB" noProof="0" dirty="0"/>
              <a:t>Click to add text</a:t>
            </a:r>
          </a:p>
        </p:txBody>
      </p:sp>
      <p:sp>
        <p:nvSpPr>
          <p:cNvPr id="3" name="Textplatzhalter 12">
            <a:extLst>
              <a:ext uri="{FF2B5EF4-FFF2-40B4-BE49-F238E27FC236}">
                <a16:creationId xmlns:a16="http://schemas.microsoft.com/office/drawing/2014/main" id="{CC7ACB1E-7C0B-4F08-ECE6-5D5B3E0126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53480" y="304341"/>
            <a:ext cx="949589" cy="843687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4BAA4-328D-86E1-B9FD-02ED23CD621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4524D99-D08C-47D2-9C1D-2F9369D5FC7A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14244-D8FA-DF2A-F461-26D440AA25A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0A3897-8E03-A91C-E3C1-9AF38DBE262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61257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2" orient="horz" pos="784">
          <p15:clr>
            <a:srgbClr val="FBAE40"/>
          </p15:clr>
        </p15:guide>
        <p15:guide id="7" pos="3522">
          <p15:clr>
            <a:srgbClr val="FBAE40"/>
          </p15:clr>
        </p15:guide>
        <p15:guide id="8" pos="3840">
          <p15:clr>
            <a:srgbClr val="FBAE40"/>
          </p15:clr>
        </p15:guide>
        <p15:guide id="9" orient="horz" pos="3642">
          <p15:clr>
            <a:srgbClr val="FBAE40"/>
          </p15:clr>
        </p15:guide>
        <p15:guide id="10" orient="horz" pos="397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53FB89CB-73FB-A061-3069-4251FB7D490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6600825" y="319149"/>
            <a:ext cx="3878594" cy="922749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Headline Tahoma Regular 30pt</a:t>
            </a:r>
            <a:endParaRPr lang="en-GB" dirty="0"/>
          </a:p>
        </p:txBody>
      </p:sp>
      <p:sp>
        <p:nvSpPr>
          <p:cNvPr id="10" name="Symbol zastępczy zawartości 2">
            <a:extLst>
              <a:ext uri="{FF2B5EF4-FFF2-40B4-BE49-F238E27FC236}">
                <a16:creationId xmlns:a16="http://schemas.microsoft.com/office/drawing/2014/main" id="{9A5983DD-6FB8-B3BA-04DA-FFAD98C277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00824" y="1562101"/>
            <a:ext cx="5178425" cy="4219574"/>
          </a:xfrm>
        </p:spPr>
        <p:txBody>
          <a:bodyPr/>
          <a:lstStyle/>
          <a:p>
            <a:pPr lvl="0"/>
            <a:r>
              <a:rPr lang="en-GB" noProof="0" dirty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ED400F-41F7-F07D-BD65-7368666E57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8F1BA84-C88E-4FDF-B562-D56B575E9501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227EF0-D758-D026-A080-20BE075A9FB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C5E373-2EB6-DAC9-6CCC-C662DD1155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2896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2" orient="horz" pos="784">
          <p15:clr>
            <a:srgbClr val="FBAE40"/>
          </p15:clr>
        </p15:guide>
        <p15:guide id="7" pos="4158">
          <p15:clr>
            <a:srgbClr val="FBAE40"/>
          </p15:clr>
        </p15:guide>
        <p15:guide id="8" pos="3840">
          <p15:clr>
            <a:srgbClr val="FBAE40"/>
          </p15:clr>
        </p15:guide>
        <p15:guide id="9" orient="horz" pos="3642">
          <p15:clr>
            <a:srgbClr val="FBAE40"/>
          </p15:clr>
        </p15:guide>
        <p15:guide id="10" orient="horz" pos="397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412875"/>
            <a:ext cx="3673075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412775"/>
            <a:ext cx="3649694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412774"/>
            <a:ext cx="3649694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FEA349-E8A1-7BD6-9D3B-2DE39C14419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ACCE04CF-D56C-5DDD-6557-EA9082C761B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2F89AF4-20FC-4616-ACAC-599714B2D075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62F48EC1-4ECE-6D26-6C0E-68CE7D7954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6" name="Symbol zastępczy numeru slajdu 5">
            <a:extLst>
              <a:ext uri="{FF2B5EF4-FFF2-40B4-BE49-F238E27FC236}">
                <a16:creationId xmlns:a16="http://schemas.microsoft.com/office/drawing/2014/main" id="{15B5A71C-E991-C688-30D3-6CE3C09DCC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4539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1" orient="horz" pos="2160" userDrawn="1">
          <p15:clr>
            <a:srgbClr val="FBAE40"/>
          </p15:clr>
        </p15:guide>
        <p15:guide id="42" orient="horz" pos="890" userDrawn="1">
          <p15:clr>
            <a:srgbClr val="FBAE40"/>
          </p15:clr>
        </p15:guide>
        <p15:guide id="43" pos="2570" userDrawn="1">
          <p15:clr>
            <a:srgbClr val="FBAE40"/>
          </p15:clr>
        </p15:guide>
        <p15:guide id="44" pos="2683" userDrawn="1">
          <p15:clr>
            <a:srgbClr val="FBAE40"/>
          </p15:clr>
        </p15:guide>
        <p15:guide id="45" pos="4997" userDrawn="1">
          <p15:clr>
            <a:srgbClr val="FBAE40"/>
          </p15:clr>
        </p15:guide>
        <p15:guide id="46" pos="5110" userDrawn="1">
          <p15:clr>
            <a:srgbClr val="FBAE40"/>
          </p15:clr>
        </p15:guide>
        <p15:guide id="47" orient="horz" pos="709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line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700213"/>
            <a:ext cx="3673075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700113"/>
            <a:ext cx="3649694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700112"/>
            <a:ext cx="3649694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1DE98EC1-ED53-4F41-A7E1-9A0A5F8084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7D19A66-9A07-1ADF-4BE1-7E08723F4E0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FEDFC0FB-A189-AB97-F130-748F3D67470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5BF00B2-647E-424E-88BB-194BA4333135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803C9EB7-CC10-8FB7-1109-F7B74515C7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D094BA01-C495-D383-89B9-2DFD019EE0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6304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2" orient="horz" pos="1071" userDrawn="1">
          <p15:clr>
            <a:srgbClr val="FBAE40"/>
          </p15:clr>
        </p15:guide>
        <p15:guide id="43" pos="2570" userDrawn="1">
          <p15:clr>
            <a:srgbClr val="FBAE40"/>
          </p15:clr>
        </p15:guide>
        <p15:guide id="44" pos="2683" userDrawn="1">
          <p15:clr>
            <a:srgbClr val="FBAE40"/>
          </p15:clr>
        </p15:guide>
        <p15:guide id="45" pos="4997" userDrawn="1">
          <p15:clr>
            <a:srgbClr val="FBAE40"/>
          </p15:clr>
        </p15:guide>
        <p15:guide id="46" pos="5110" userDrawn="1">
          <p15:clr>
            <a:srgbClr val="FBAE40"/>
          </p15:clr>
        </p15:guide>
        <p15:guide id="47" orient="horz" pos="709" userDrawn="1">
          <p15:clr>
            <a:srgbClr val="FBAE40"/>
          </p15:clr>
        </p15:guide>
        <p15:guide id="48" orient="horz" pos="935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Box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28pt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916113"/>
            <a:ext cx="3673075" cy="4249843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916013"/>
            <a:ext cx="3649694" cy="4249843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916112"/>
            <a:ext cx="3649694" cy="4249737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6B84DCE7-7CD1-443C-F1A7-5577DFE036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2749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sp>
        <p:nvSpPr>
          <p:cNvPr id="11" name="Textplatzhalter 14">
            <a:extLst>
              <a:ext uri="{FF2B5EF4-FFF2-40B4-BE49-F238E27FC236}">
                <a16:creationId xmlns:a16="http://schemas.microsoft.com/office/drawing/2014/main" id="{F6953D23-9BFF-71B3-B31C-FAD678F5EEB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62400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sp>
        <p:nvSpPr>
          <p:cNvPr id="12" name="Textplatzhalter 14">
            <a:extLst>
              <a:ext uri="{FF2B5EF4-FFF2-40B4-BE49-F238E27FC236}">
                <a16:creationId xmlns:a16="http://schemas.microsoft.com/office/drawing/2014/main" id="{5AC3230F-EFD2-8659-B52C-1711229B87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14083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77FB8D8-83E4-C4E8-D338-AF86C0C702F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4F5C8A4F-CF19-F28D-BA34-1B209DB9E6B0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A6817F15-1573-300B-C1A9-CA81C03E04C3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C5E714E1-CE96-C827-E5EC-60B9ABB527A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0EFB2C1E-D77F-6D3D-F161-8A45D3174D1F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4040888D-6A62-B387-0A2B-ADE55DF4DE70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3">
            <a:extLst>
              <a:ext uri="{FF2B5EF4-FFF2-40B4-BE49-F238E27FC236}">
                <a16:creationId xmlns:a16="http://schemas.microsoft.com/office/drawing/2014/main" id="{A04AEEB1-D16F-6C52-59E1-32DB4383C81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5">
            <a:extLst>
              <a:ext uri="{FF2B5EF4-FFF2-40B4-BE49-F238E27FC236}">
                <a16:creationId xmlns:a16="http://schemas.microsoft.com/office/drawing/2014/main" id="{1262863F-B310-EC53-1999-4900560E16C7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6">
            <a:extLst>
              <a:ext uri="{FF2B5EF4-FFF2-40B4-BE49-F238E27FC236}">
                <a16:creationId xmlns:a16="http://schemas.microsoft.com/office/drawing/2014/main" id="{B2C15039-E7ED-F34C-72FC-747CD9C3619E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18">
            <a:extLst>
              <a:ext uri="{FF2B5EF4-FFF2-40B4-BE49-F238E27FC236}">
                <a16:creationId xmlns:a16="http://schemas.microsoft.com/office/drawing/2014/main" id="{0B606805-B994-3354-3FDC-9D7B27E96BE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0">
            <a:extLst>
              <a:ext uri="{FF2B5EF4-FFF2-40B4-BE49-F238E27FC236}">
                <a16:creationId xmlns:a16="http://schemas.microsoft.com/office/drawing/2014/main" id="{0C296C66-0E48-E769-A7EC-ED60E3922EE1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1">
            <a:extLst>
              <a:ext uri="{FF2B5EF4-FFF2-40B4-BE49-F238E27FC236}">
                <a16:creationId xmlns:a16="http://schemas.microsoft.com/office/drawing/2014/main" id="{518A7457-7209-FB42-6B13-F06853DE0857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Graphic 39">
            <a:extLst>
              <a:ext uri="{FF2B5EF4-FFF2-40B4-BE49-F238E27FC236}">
                <a16:creationId xmlns:a16="http://schemas.microsoft.com/office/drawing/2014/main" id="{51343214-97CE-A0F8-AA0B-EAF3AF8E34E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2" name="Datumsplatzhalter 3">
            <a:extLst>
              <a:ext uri="{FF2B5EF4-FFF2-40B4-BE49-F238E27FC236}">
                <a16:creationId xmlns:a16="http://schemas.microsoft.com/office/drawing/2014/main" id="{F0239E74-235B-E81A-AE82-E2C8EDBA6D3E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F9DA59C-E5C1-4CC8-8A7C-03BD03EA2C2F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43" name="Fußzeilenplatzhalter 4">
            <a:extLst>
              <a:ext uri="{FF2B5EF4-FFF2-40B4-BE49-F238E27FC236}">
                <a16:creationId xmlns:a16="http://schemas.microsoft.com/office/drawing/2014/main" id="{2F899B64-285D-A6B4-70BD-83904C41BB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4" name="Symbol zastępczy numeru slajdu 5">
            <a:extLst>
              <a:ext uri="{FF2B5EF4-FFF2-40B4-BE49-F238E27FC236}">
                <a16:creationId xmlns:a16="http://schemas.microsoft.com/office/drawing/2014/main" id="{1CB774CA-CDEC-D9B6-BC89-E18A13B10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5" name="Gerader Verbinder 13">
            <a:extLst>
              <a:ext uri="{FF2B5EF4-FFF2-40B4-BE49-F238E27FC236}">
                <a16:creationId xmlns:a16="http://schemas.microsoft.com/office/drawing/2014/main" id="{4DF28FD4-FC98-3099-155C-F429A245BB8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15">
            <a:extLst>
              <a:ext uri="{FF2B5EF4-FFF2-40B4-BE49-F238E27FC236}">
                <a16:creationId xmlns:a16="http://schemas.microsoft.com/office/drawing/2014/main" id="{26EEC05D-D061-956D-B82B-321D2259B453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16">
            <a:extLst>
              <a:ext uri="{FF2B5EF4-FFF2-40B4-BE49-F238E27FC236}">
                <a16:creationId xmlns:a16="http://schemas.microsoft.com/office/drawing/2014/main" id="{CB11A140-E682-D7CB-F8A9-7F83744DE62F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18">
            <a:extLst>
              <a:ext uri="{FF2B5EF4-FFF2-40B4-BE49-F238E27FC236}">
                <a16:creationId xmlns:a16="http://schemas.microsoft.com/office/drawing/2014/main" id="{4654B9C4-1FF6-A851-A0C6-27C66424253D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20">
            <a:extLst>
              <a:ext uri="{FF2B5EF4-FFF2-40B4-BE49-F238E27FC236}">
                <a16:creationId xmlns:a16="http://schemas.microsoft.com/office/drawing/2014/main" id="{D17B93E2-4027-E472-6367-24D6127617AE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1">
            <a:extLst>
              <a:ext uri="{FF2B5EF4-FFF2-40B4-BE49-F238E27FC236}">
                <a16:creationId xmlns:a16="http://schemas.microsoft.com/office/drawing/2014/main" id="{6D7E0453-93F4-CEC9-B53E-67B4C83C885C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13">
            <a:extLst>
              <a:ext uri="{FF2B5EF4-FFF2-40B4-BE49-F238E27FC236}">
                <a16:creationId xmlns:a16="http://schemas.microsoft.com/office/drawing/2014/main" id="{9FB1743D-1B34-497D-F721-E8F45C7E534A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15">
            <a:extLst>
              <a:ext uri="{FF2B5EF4-FFF2-40B4-BE49-F238E27FC236}">
                <a16:creationId xmlns:a16="http://schemas.microsoft.com/office/drawing/2014/main" id="{C1EFD82F-CEB1-02F6-38E7-E6D0054CAA63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16">
            <a:extLst>
              <a:ext uri="{FF2B5EF4-FFF2-40B4-BE49-F238E27FC236}">
                <a16:creationId xmlns:a16="http://schemas.microsoft.com/office/drawing/2014/main" id="{359ECB4C-3BED-0A14-5092-9BE99FF69BC8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18">
            <a:extLst>
              <a:ext uri="{FF2B5EF4-FFF2-40B4-BE49-F238E27FC236}">
                <a16:creationId xmlns:a16="http://schemas.microsoft.com/office/drawing/2014/main" id="{724A4AF7-6193-C691-875E-ED3EFE7101AA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20">
            <a:extLst>
              <a:ext uri="{FF2B5EF4-FFF2-40B4-BE49-F238E27FC236}">
                <a16:creationId xmlns:a16="http://schemas.microsoft.com/office/drawing/2014/main" id="{0A5C55EB-DCAB-5D7E-4B68-3940A9373BDD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21">
            <a:extLst>
              <a:ext uri="{FF2B5EF4-FFF2-40B4-BE49-F238E27FC236}">
                <a16:creationId xmlns:a16="http://schemas.microsoft.com/office/drawing/2014/main" id="{75A29E3D-1E35-ED3D-12FC-9529815E66F2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13">
            <a:extLst>
              <a:ext uri="{FF2B5EF4-FFF2-40B4-BE49-F238E27FC236}">
                <a16:creationId xmlns:a16="http://schemas.microsoft.com/office/drawing/2014/main" id="{16007C35-BE7B-FEDD-9D3E-BD82B878144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15">
            <a:extLst>
              <a:ext uri="{FF2B5EF4-FFF2-40B4-BE49-F238E27FC236}">
                <a16:creationId xmlns:a16="http://schemas.microsoft.com/office/drawing/2014/main" id="{BA977A2B-F7CC-D38C-7805-8CBF704BA150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16">
            <a:extLst>
              <a:ext uri="{FF2B5EF4-FFF2-40B4-BE49-F238E27FC236}">
                <a16:creationId xmlns:a16="http://schemas.microsoft.com/office/drawing/2014/main" id="{F7A5CF8D-AD8F-6297-FEC2-15D3CC2C463C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18">
            <a:extLst>
              <a:ext uri="{FF2B5EF4-FFF2-40B4-BE49-F238E27FC236}">
                <a16:creationId xmlns:a16="http://schemas.microsoft.com/office/drawing/2014/main" id="{69EA165F-7D7D-959A-6128-96815B3233E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20">
            <a:extLst>
              <a:ext uri="{FF2B5EF4-FFF2-40B4-BE49-F238E27FC236}">
                <a16:creationId xmlns:a16="http://schemas.microsoft.com/office/drawing/2014/main" id="{8089EBD8-3D6F-84AA-3075-2C3B0FE4A121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21">
            <a:extLst>
              <a:ext uri="{FF2B5EF4-FFF2-40B4-BE49-F238E27FC236}">
                <a16:creationId xmlns:a16="http://schemas.microsoft.com/office/drawing/2014/main" id="{AA569D95-AC41-291D-AA45-35DF43AD37E9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13">
            <a:extLst>
              <a:ext uri="{FF2B5EF4-FFF2-40B4-BE49-F238E27FC236}">
                <a16:creationId xmlns:a16="http://schemas.microsoft.com/office/drawing/2014/main" id="{AC214F69-C3A1-9A8F-F34A-C8E8168071FC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15">
            <a:extLst>
              <a:ext uri="{FF2B5EF4-FFF2-40B4-BE49-F238E27FC236}">
                <a16:creationId xmlns:a16="http://schemas.microsoft.com/office/drawing/2014/main" id="{1C95BB8A-D336-B525-10A0-4113BF9293BF}"/>
              </a:ext>
            </a:extLst>
          </p:cNvPr>
          <p:cNvCxnSpPr>
            <a:cxnSpLocks/>
          </p:cNvCxnSpPr>
          <p:nvPr userDrawn="1"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16">
            <a:extLst>
              <a:ext uri="{FF2B5EF4-FFF2-40B4-BE49-F238E27FC236}">
                <a16:creationId xmlns:a16="http://schemas.microsoft.com/office/drawing/2014/main" id="{CAA45C84-23A0-FF4B-DE01-F2DB950B4A0E}"/>
              </a:ext>
            </a:extLst>
          </p:cNvPr>
          <p:cNvCxnSpPr>
            <a:cxnSpLocks/>
          </p:cNvCxnSpPr>
          <p:nvPr userDrawn="1"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18">
            <a:extLst>
              <a:ext uri="{FF2B5EF4-FFF2-40B4-BE49-F238E27FC236}">
                <a16:creationId xmlns:a16="http://schemas.microsoft.com/office/drawing/2014/main" id="{5DB42E34-2394-DF75-1BEF-C286818F03E8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20">
            <a:extLst>
              <a:ext uri="{FF2B5EF4-FFF2-40B4-BE49-F238E27FC236}">
                <a16:creationId xmlns:a16="http://schemas.microsoft.com/office/drawing/2014/main" id="{BA49403B-AA61-7CFD-0816-095B2A66169B}"/>
              </a:ext>
            </a:extLst>
          </p:cNvPr>
          <p:cNvCxnSpPr>
            <a:cxnSpLocks/>
          </p:cNvCxnSpPr>
          <p:nvPr userDrawn="1"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21">
            <a:extLst>
              <a:ext uri="{FF2B5EF4-FFF2-40B4-BE49-F238E27FC236}">
                <a16:creationId xmlns:a16="http://schemas.microsoft.com/office/drawing/2014/main" id="{995DDECC-3ADC-F59C-6A1D-9A51923E6158}"/>
              </a:ext>
            </a:extLst>
          </p:cNvPr>
          <p:cNvCxnSpPr>
            <a:cxnSpLocks/>
          </p:cNvCxnSpPr>
          <p:nvPr userDrawn="1"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398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8" orient="horz" pos="1207" userDrawn="1">
          <p15:clr>
            <a:srgbClr val="FBAE40"/>
          </p15:clr>
        </p15:guide>
        <p15:guide id="39" pos="2570" userDrawn="1">
          <p15:clr>
            <a:srgbClr val="FBAE40"/>
          </p15:clr>
        </p15:guide>
        <p15:guide id="40" pos="2683" userDrawn="1">
          <p15:clr>
            <a:srgbClr val="FBAE40"/>
          </p15:clr>
        </p15:guide>
        <p15:guide id="41" pos="4997" userDrawn="1">
          <p15:clr>
            <a:srgbClr val="FBAE40"/>
          </p15:clr>
        </p15:guide>
        <p15:guide id="42" pos="5110" userDrawn="1">
          <p15:clr>
            <a:srgbClr val="FBAE40"/>
          </p15:clr>
        </p15:guide>
        <p15:guide id="43" orient="horz" pos="70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7BBD0EF3-422C-AA7B-57FD-AB1944B7A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6096000" y="-11438"/>
            <a:ext cx="6096000" cy="6869438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C2FC0CB-F071-1DF9-10BA-614AC56428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412874"/>
            <a:ext cx="5544738" cy="4752975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E4DB482-0248-52A6-0741-9882F3953A8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DA103171-6E4C-91C2-5C42-0ECD08F04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D34B78A1-1E98-4D0A-918E-FDF3FA825995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E6665A61-E965-29D3-4035-95F7E40B19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14FB0BD8-CA08-92B2-BBA7-8C6706E688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42BE6E-49C4-619A-BD23-6AD212C1D5F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1C13F19-E5FD-2C00-1F33-83C17183660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5F0706E2-6594-D17B-D82E-4B772C47453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BC08CCEE-0F82-C5E0-D4E3-627E77E81D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407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pos="3840" userDrawn="1">
          <p15:clr>
            <a:srgbClr val="FBAE40"/>
          </p15:clr>
        </p15:guide>
        <p15:guide id="21" orient="horz" pos="890" userDrawn="1">
          <p15:clr>
            <a:srgbClr val="FBAE40"/>
          </p15:clr>
        </p15:guide>
        <p15:guide id="22" orient="horz" pos="709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2361D1F8-25A8-D691-2918-BFCFE7441E5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3FA1EEF0-04C9-2CC8-3881-CBBE9D09F55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4">
            <a:extLst>
              <a:ext uri="{FF2B5EF4-FFF2-40B4-BE49-F238E27FC236}">
                <a16:creationId xmlns:a16="http://schemas.microsoft.com/office/drawing/2014/main" id="{EE1D96C6-F8AE-C29C-BE25-FA2F38F4C8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464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le Dawn">
    <p:bg>
      <p:bgPr>
        <a:solidFill>
          <a:schemeClr val="bg2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315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3999" y="1268760"/>
            <a:ext cx="7482201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4" name="Graphic 5">
            <a:extLst>
              <a:ext uri="{FF2B5EF4-FFF2-40B4-BE49-F238E27FC236}">
                <a16:creationId xmlns:a16="http://schemas.microsoft.com/office/drawing/2014/main" id="{FB914120-95CC-2CBD-94FB-250C016C442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5">
            <a:extLst>
              <a:ext uri="{FF2B5EF4-FFF2-40B4-BE49-F238E27FC236}">
                <a16:creationId xmlns:a16="http://schemas.microsoft.com/office/drawing/2014/main" id="{7ABCF876-F4C5-261E-85E4-19D05F3560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444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Pass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CC2A6C5-4246-81C1-E51A-08FBEEBF69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4" name="Graphic 5">
            <a:extLst>
              <a:ext uri="{FF2B5EF4-FFF2-40B4-BE49-F238E27FC236}">
                <a16:creationId xmlns:a16="http://schemas.microsoft.com/office/drawing/2014/main" id="{D0A609DF-1788-B381-CF8F-669979B7D4E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6">
            <a:extLst>
              <a:ext uri="{FF2B5EF4-FFF2-40B4-BE49-F238E27FC236}">
                <a16:creationId xmlns:a16="http://schemas.microsoft.com/office/drawing/2014/main" id="{B0923B14-5C71-53A9-2E6E-F5F4DE5744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C58C2142-2D17-6D82-17C7-234E600224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6">
            <a:extLst>
              <a:ext uri="{FF2B5EF4-FFF2-40B4-BE49-F238E27FC236}">
                <a16:creationId xmlns:a16="http://schemas.microsoft.com/office/drawing/2014/main" id="{6AB1D703-A626-AF9C-9076-CED657DFE3C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028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Bol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2DA5DD6-CAD1-F0FC-0864-8B56C6CDB9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EE7D04B3-7EAD-6DE8-0B11-73CF947CB6F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:a16="http://schemas.microsoft.com/office/drawing/2014/main" id="{6B94BC6C-C0E6-D953-F6A1-E854D201E1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01283191-7182-263F-3475-2D8B89B887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2">
            <a:extLst>
              <a:ext uri="{FF2B5EF4-FFF2-40B4-BE49-F238E27FC236}">
                <a16:creationId xmlns:a16="http://schemas.microsoft.com/office/drawing/2014/main" id="{5161B938-5D42-1439-ED96-B98221673DD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04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O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063F455-0835-2C18-3C7F-09ABC9D7E1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61071BCA-257B-1878-936D-F979C31C919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:a16="http://schemas.microsoft.com/office/drawing/2014/main" id="{F428ED8C-2D9D-ED5F-60A3-FB202B8726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64E8294E-0367-2D11-1E96-243EAE81FA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2">
            <a:extLst>
              <a:ext uri="{FF2B5EF4-FFF2-40B4-BE49-F238E27FC236}">
                <a16:creationId xmlns:a16="http://schemas.microsoft.com/office/drawing/2014/main" id="{AF1EF11A-B6E5-EF3F-98A6-D353BC59A36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73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Pass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AF05C1E-F91E-0FEC-3097-9870467C61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75E33F2-C9F3-65CC-A0AD-DB398E17F0D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6">
            <a:extLst>
              <a:ext uri="{FF2B5EF4-FFF2-40B4-BE49-F238E27FC236}">
                <a16:creationId xmlns:a16="http://schemas.microsoft.com/office/drawing/2014/main" id="{DD8C5B38-1F4D-6700-F48B-F7BE744771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13947331-DC90-7EBC-78B5-8AF46C2BD2B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6">
            <a:extLst>
              <a:ext uri="{FF2B5EF4-FFF2-40B4-BE49-F238E27FC236}">
                <a16:creationId xmlns:a16="http://schemas.microsoft.com/office/drawing/2014/main" id="{8F373005-62FE-8025-FDD7-C7D8B6E01E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9" name="Graphic 7">
            <a:extLst>
              <a:ext uri="{FF2B5EF4-FFF2-40B4-BE49-F238E27FC236}">
                <a16:creationId xmlns:a16="http://schemas.microsoft.com/office/drawing/2014/main" id="{4C1C2643-F625-690C-2519-A8A2D224B7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95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Bol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FC8D076-D91E-BEEE-FC8D-0C187E40E8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6D7215F-E103-F984-05A4-1A0E8CD11AE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5">
            <a:extLst>
              <a:ext uri="{FF2B5EF4-FFF2-40B4-BE49-F238E27FC236}">
                <a16:creationId xmlns:a16="http://schemas.microsoft.com/office/drawing/2014/main" id="{3393057C-882C-01C5-C19F-A4AE810CA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D46AD353-33CE-D11D-0D13-06F6A299C8D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750184C6-2407-F1FB-89E0-69D0C0105D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9" name="Graphic 7">
            <a:extLst>
              <a:ext uri="{FF2B5EF4-FFF2-40B4-BE49-F238E27FC236}">
                <a16:creationId xmlns:a16="http://schemas.microsoft.com/office/drawing/2014/main" id="{BC23A87E-8648-FFB2-475E-289B2264F3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66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O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96E6A1B-63B7-2205-4B78-8486DBFCFE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22F5150-8293-7A90-266E-A5148E997C2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7FD1284C-3ACB-D9C5-46F8-9090EDBA9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D9690FF8-2717-5705-9A68-8E860D9BA01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B7CCEE0C-C197-A2F7-3F76-EA5B4A0AF7B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9" name="Graphic 5">
            <a:extLst>
              <a:ext uri="{FF2B5EF4-FFF2-40B4-BE49-F238E27FC236}">
                <a16:creationId xmlns:a16="http://schemas.microsoft.com/office/drawing/2014/main" id="{60A004BE-A747-0A4F-DE1D-C6BFAE1EB1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27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unrise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C699B35C-619D-3591-CAE8-FC717B8B51A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B28ACD52-BFFC-2CF5-DC4E-163839947C9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30A8D96-4510-36E4-047A-7AEFC602B83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83A6EAE-4423-AD5E-9230-B8F27934D7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031B3EDB-38C1-06B0-85BD-4F985B8F59B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FCE10E9E-9EEF-6C31-A102-5B227C4EE2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44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FF75-9B1A-40FB-119D-3246770B829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26AF110-0EFC-9085-3384-C0F6C9284AA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16E3811-AAEF-E6EA-1099-7922353D641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1">
            <a:extLst>
              <a:ext uri="{FF2B5EF4-FFF2-40B4-BE49-F238E27FC236}">
                <a16:creationId xmlns:a16="http://schemas.microsoft.com/office/drawing/2014/main" id="{6FBEE60D-F18A-F73C-4CCD-CE7F3F7E069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4535E788-662C-702A-4AE7-9C10FD3B61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8" name="Graphic 1">
            <a:extLst>
              <a:ext uri="{FF2B5EF4-FFF2-40B4-BE49-F238E27FC236}">
                <a16:creationId xmlns:a16="http://schemas.microsoft.com/office/drawing/2014/main" id="{91C112AE-AB0A-1C31-8C86-68EDE341F0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3391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The B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7FB69D45-1400-9BFD-A969-8EA1DA5CEAA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B6223CB6-0B7A-7862-3A8A-7894AF497AD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D625B3E-5366-41BA-2DF8-58BA0146FDD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408BBB0-A72D-AFFA-4EA4-6638E35D4B6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B72CAC8F-E79D-710A-F9A7-37FAAC999C7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0" name="Graphic 4">
            <a:extLst>
              <a:ext uri="{FF2B5EF4-FFF2-40B4-BE49-F238E27FC236}">
                <a16:creationId xmlns:a16="http://schemas.microsoft.com/office/drawing/2014/main" id="{6A22BD7B-718E-F3AB-EC25-011EB038F0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7692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- Megabeam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9BCE291-95E6-CBD3-A372-83C80709F8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093672"/>
            <a:ext cx="5735960" cy="5359664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396000" tIns="360000" rIns="396000" bIns="360000" anchor="t"/>
          <a:lstStyle>
            <a:lvl1pPr algn="l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l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4CE2A2-BC6E-1898-B5BE-C6AF1791A2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50808" y="265672"/>
            <a:ext cx="928800" cy="828000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algn="ctr">
              <a:defRPr sz="100"/>
            </a:lvl1pPr>
          </a:lstStyle>
          <a:p>
            <a:pPr lvl="0"/>
            <a:r>
              <a:rPr lang="en-GB"/>
              <a:t> 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68029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tx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FF75-9B1A-40FB-119D-3246770B829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677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le Dawn Bea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E9C6DFE-C28C-CEF5-C7FE-6E5C01CFA84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984713-2091-8C42-69DF-0E6177E07A4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72B4936-7BE2-3C02-B673-48E13AB85EC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7AB14B6C-D34B-A6FA-8E01-2A63A5A02D7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766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5" orient="horz" pos="1616" userDrawn="1">
          <p15:clr>
            <a:srgbClr val="FBAE40"/>
          </p15:clr>
        </p15:guide>
        <p15:guide id="16" orient="horz" pos="2704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unrise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8F4D7C4C-0074-F42B-4513-135B5DEE76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CF193B88-B585-77D1-58F6-6875365EA5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18A7B2-82A2-1622-C358-FA48BAA7CBB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B6E8CF8-8E54-58CE-D8F0-FAEC548F155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74AF7EAD-EA22-4A9C-5C02-2ACAF6B5B0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E87384A8-22D8-48F7-2C92-A3BC88F75C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1118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passiona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19/06/2026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033E35E-F569-AF70-97E4-B7D1A2E4C731}"/>
              </a:ext>
            </a:extLst>
          </p:cNvPr>
          <p:cNvSpPr/>
          <p:nvPr/>
        </p:nvSpPr>
        <p:spPr>
          <a:xfrm>
            <a:off x="5762604" y="1556792"/>
            <a:ext cx="5061562" cy="3458505"/>
          </a:xfrm>
          <a:custGeom>
            <a:avLst/>
            <a:gdLst>
              <a:gd name="connsiteX0" fmla="*/ 2937780 w 5061562"/>
              <a:gd name="connsiteY0" fmla="*/ 102735 h 3458505"/>
              <a:gd name="connsiteX1" fmla="*/ 3216285 w 5061562"/>
              <a:gd name="connsiteY1" fmla="*/ 299163 h 3458505"/>
              <a:gd name="connsiteX2" fmla="*/ 3216794 w 5061562"/>
              <a:gd name="connsiteY2" fmla="*/ 301012 h 3458505"/>
              <a:gd name="connsiteX3" fmla="*/ 3217404 w 5061562"/>
              <a:gd name="connsiteY3" fmla="*/ 302810 h 3458505"/>
              <a:gd name="connsiteX4" fmla="*/ 3717859 w 5061562"/>
              <a:gd name="connsiteY4" fmla="*/ 1826876 h 3458505"/>
              <a:gd name="connsiteX5" fmla="*/ 3741000 w 5061562"/>
              <a:gd name="connsiteY5" fmla="*/ 1897250 h 3458505"/>
              <a:gd name="connsiteX6" fmla="*/ 4634955 w 5061562"/>
              <a:gd name="connsiteY6" fmla="*/ 1897250 h 3458505"/>
              <a:gd name="connsiteX7" fmla="*/ 4635056 w 5061562"/>
              <a:gd name="connsiteY7" fmla="*/ 1898688 h 3458505"/>
              <a:gd name="connsiteX8" fmla="*/ 4667860 w 5061562"/>
              <a:gd name="connsiteY8" fmla="*/ 1897763 h 3458505"/>
              <a:gd name="connsiteX9" fmla="*/ 4694612 w 5061562"/>
              <a:gd name="connsiteY9" fmla="*/ 1898842 h 3458505"/>
              <a:gd name="connsiteX10" fmla="*/ 4771817 w 5061562"/>
              <a:gd name="connsiteY10" fmla="*/ 1917026 h 3458505"/>
              <a:gd name="connsiteX11" fmla="*/ 4773291 w 5061562"/>
              <a:gd name="connsiteY11" fmla="*/ 1917694 h 3458505"/>
              <a:gd name="connsiteX12" fmla="*/ 4783514 w 5061562"/>
              <a:gd name="connsiteY12" fmla="*/ 1922830 h 3458505"/>
              <a:gd name="connsiteX13" fmla="*/ 4787024 w 5061562"/>
              <a:gd name="connsiteY13" fmla="*/ 1923550 h 3458505"/>
              <a:gd name="connsiteX14" fmla="*/ 4930650 w 5061562"/>
              <a:gd name="connsiteY14" fmla="*/ 2064758 h 3458505"/>
              <a:gd name="connsiteX15" fmla="*/ 4931261 w 5061562"/>
              <a:gd name="connsiteY15" fmla="*/ 2068251 h 3458505"/>
              <a:gd name="connsiteX16" fmla="*/ 4937974 w 5061562"/>
              <a:gd name="connsiteY16" fmla="*/ 2081863 h 3458505"/>
              <a:gd name="connsiteX17" fmla="*/ 4941890 w 5061562"/>
              <a:gd name="connsiteY17" fmla="*/ 2091366 h 3458505"/>
              <a:gd name="connsiteX18" fmla="*/ 4945196 w 5061562"/>
              <a:gd name="connsiteY18" fmla="*/ 2101024 h 3458505"/>
              <a:gd name="connsiteX19" fmla="*/ 4945908 w 5061562"/>
              <a:gd name="connsiteY19" fmla="*/ 2103284 h 3458505"/>
              <a:gd name="connsiteX20" fmla="*/ 4947586 w 5061562"/>
              <a:gd name="connsiteY20" fmla="*/ 2108626 h 3458505"/>
              <a:gd name="connsiteX21" fmla="*/ 4948655 w 5061562"/>
              <a:gd name="connsiteY21" fmla="*/ 2111708 h 3458505"/>
              <a:gd name="connsiteX22" fmla="*/ 4949417 w 5061562"/>
              <a:gd name="connsiteY22" fmla="*/ 2114276 h 3458505"/>
              <a:gd name="connsiteX23" fmla="*/ 4952418 w 5061562"/>
              <a:gd name="connsiteY23" fmla="*/ 2128043 h 3458505"/>
              <a:gd name="connsiteX24" fmla="*/ 4952621 w 5061562"/>
              <a:gd name="connsiteY24" fmla="*/ 2129019 h 3458505"/>
              <a:gd name="connsiteX25" fmla="*/ 4953181 w 5061562"/>
              <a:gd name="connsiteY25" fmla="*/ 2131690 h 3458505"/>
              <a:gd name="connsiteX26" fmla="*/ 4953181 w 5061562"/>
              <a:gd name="connsiteY26" fmla="*/ 2135183 h 3458505"/>
              <a:gd name="connsiteX27" fmla="*/ 4956080 w 5061562"/>
              <a:gd name="connsiteY27" fmla="*/ 2147151 h 3458505"/>
              <a:gd name="connsiteX28" fmla="*/ 4956080 w 5061562"/>
              <a:gd name="connsiteY28" fmla="*/ 2147151 h 3458505"/>
              <a:gd name="connsiteX29" fmla="*/ 4958521 w 5061562"/>
              <a:gd name="connsiteY29" fmla="*/ 2167904 h 3458505"/>
              <a:gd name="connsiteX30" fmla="*/ 4958928 w 5061562"/>
              <a:gd name="connsiteY30" fmla="*/ 2176122 h 3458505"/>
              <a:gd name="connsiteX31" fmla="*/ 4959437 w 5061562"/>
              <a:gd name="connsiteY31" fmla="*/ 2186601 h 3458505"/>
              <a:gd name="connsiteX32" fmla="*/ 4959792 w 5061562"/>
              <a:gd name="connsiteY32" fmla="*/ 2192200 h 3458505"/>
              <a:gd name="connsiteX33" fmla="*/ 4959487 w 5061562"/>
              <a:gd name="connsiteY33" fmla="*/ 2205607 h 3458505"/>
              <a:gd name="connsiteX34" fmla="*/ 4959386 w 5061562"/>
              <a:gd name="connsiteY34" fmla="*/ 2207251 h 3458505"/>
              <a:gd name="connsiteX35" fmla="*/ 4959386 w 5061562"/>
              <a:gd name="connsiteY35" fmla="*/ 2208895 h 3458505"/>
              <a:gd name="connsiteX36" fmla="*/ 4947993 w 5061562"/>
              <a:gd name="connsiteY36" fmla="*/ 2276494 h 3458505"/>
              <a:gd name="connsiteX37" fmla="*/ 4945044 w 5061562"/>
              <a:gd name="connsiteY37" fmla="*/ 2285637 h 3458505"/>
              <a:gd name="connsiteX38" fmla="*/ 4944789 w 5061562"/>
              <a:gd name="connsiteY38" fmla="*/ 2287538 h 3458505"/>
              <a:gd name="connsiteX39" fmla="*/ 4941381 w 5061562"/>
              <a:gd name="connsiteY39" fmla="*/ 2296681 h 3458505"/>
              <a:gd name="connsiteX40" fmla="*/ 4913104 w 5061562"/>
              <a:gd name="connsiteY40" fmla="*/ 2354007 h 3458505"/>
              <a:gd name="connsiteX41" fmla="*/ 4666335 w 5061562"/>
              <a:gd name="connsiteY41" fmla="*/ 2490593 h 3458505"/>
              <a:gd name="connsiteX42" fmla="*/ 3529121 w 5061562"/>
              <a:gd name="connsiteY42" fmla="*/ 2490593 h 3458505"/>
              <a:gd name="connsiteX43" fmla="*/ 3499775 w 5061562"/>
              <a:gd name="connsiteY43" fmla="*/ 2489309 h 3458505"/>
              <a:gd name="connsiteX44" fmla="*/ 3493723 w 5061562"/>
              <a:gd name="connsiteY44" fmla="*/ 2488589 h 3458505"/>
              <a:gd name="connsiteX45" fmla="*/ 3487365 w 5061562"/>
              <a:gd name="connsiteY45" fmla="*/ 2487511 h 3458505"/>
              <a:gd name="connsiteX46" fmla="*/ 3484263 w 5061562"/>
              <a:gd name="connsiteY46" fmla="*/ 2487511 h 3458505"/>
              <a:gd name="connsiteX47" fmla="*/ 3328430 w 5061562"/>
              <a:gd name="connsiteY47" fmla="*/ 2410254 h 3458505"/>
              <a:gd name="connsiteX48" fmla="*/ 3325175 w 5061562"/>
              <a:gd name="connsiteY48" fmla="*/ 2406967 h 3458505"/>
              <a:gd name="connsiteX49" fmla="*/ 3321615 w 5061562"/>
              <a:gd name="connsiteY49" fmla="*/ 2403988 h 3458505"/>
              <a:gd name="connsiteX50" fmla="*/ 3321056 w 5061562"/>
              <a:gd name="connsiteY50" fmla="*/ 2403525 h 3458505"/>
              <a:gd name="connsiteX51" fmla="*/ 3313274 w 5061562"/>
              <a:gd name="connsiteY51" fmla="*/ 2395050 h 3458505"/>
              <a:gd name="connsiteX52" fmla="*/ 3274468 w 5061562"/>
              <a:gd name="connsiteY52" fmla="*/ 2341165 h 3458505"/>
              <a:gd name="connsiteX53" fmla="*/ 3249293 w 5061562"/>
              <a:gd name="connsiteY53" fmla="*/ 2285637 h 3458505"/>
              <a:gd name="connsiteX54" fmla="*/ 3049416 w 5061562"/>
              <a:gd name="connsiteY54" fmla="*/ 1677449 h 3458505"/>
              <a:gd name="connsiteX55" fmla="*/ 2948867 w 5061562"/>
              <a:gd name="connsiteY55" fmla="*/ 1371506 h 3458505"/>
              <a:gd name="connsiteX56" fmla="*/ 2855591 w 5061562"/>
              <a:gd name="connsiteY56" fmla="*/ 1679761 h 3458505"/>
              <a:gd name="connsiteX57" fmla="*/ 2475672 w 5061562"/>
              <a:gd name="connsiteY57" fmla="*/ 2935074 h 3458505"/>
              <a:gd name="connsiteX58" fmla="*/ 2411640 w 5061562"/>
              <a:gd name="connsiteY58" fmla="*/ 3146039 h 3458505"/>
              <a:gd name="connsiteX59" fmla="*/ 2129575 w 5061562"/>
              <a:gd name="connsiteY59" fmla="*/ 3355720 h 3458505"/>
              <a:gd name="connsiteX60" fmla="*/ 2043928 w 5061562"/>
              <a:gd name="connsiteY60" fmla="*/ 3342673 h 3458505"/>
              <a:gd name="connsiteX61" fmla="*/ 1906862 w 5061562"/>
              <a:gd name="connsiteY61" fmla="*/ 3250931 h 3458505"/>
              <a:gd name="connsiteX62" fmla="*/ 1308248 w 5061562"/>
              <a:gd name="connsiteY62" fmla="*/ 2550795 h 3458505"/>
              <a:gd name="connsiteX63" fmla="*/ 1277834 w 5061562"/>
              <a:gd name="connsiteY63" fmla="*/ 2515198 h 3458505"/>
              <a:gd name="connsiteX64" fmla="*/ 409717 w 5061562"/>
              <a:gd name="connsiteY64" fmla="*/ 2515198 h 3458505"/>
              <a:gd name="connsiteX65" fmla="*/ 102425 w 5061562"/>
              <a:gd name="connsiteY65" fmla="*/ 2240280 h 3458505"/>
              <a:gd name="connsiteX66" fmla="*/ 180952 w 5061562"/>
              <a:gd name="connsiteY66" fmla="*/ 2016473 h 3458505"/>
              <a:gd name="connsiteX67" fmla="*/ 395171 w 5061562"/>
              <a:gd name="connsiteY67" fmla="*/ 1921957 h 3458505"/>
              <a:gd name="connsiteX68" fmla="*/ 1375382 w 5061562"/>
              <a:gd name="connsiteY68" fmla="*/ 1921957 h 3458505"/>
              <a:gd name="connsiteX69" fmla="*/ 1658770 w 5061562"/>
              <a:gd name="connsiteY69" fmla="*/ 2053098 h 3458505"/>
              <a:gd name="connsiteX70" fmla="*/ 1885603 w 5061562"/>
              <a:gd name="connsiteY70" fmla="*/ 2318821 h 3458505"/>
              <a:gd name="connsiteX71" fmla="*/ 2005631 w 5061562"/>
              <a:gd name="connsiteY71" fmla="*/ 2459413 h 3458505"/>
              <a:gd name="connsiteX72" fmla="*/ 2059847 w 5061562"/>
              <a:gd name="connsiteY72" fmla="*/ 2282042 h 3458505"/>
              <a:gd name="connsiteX73" fmla="*/ 2093973 w 5061562"/>
              <a:gd name="connsiteY73" fmla="*/ 2170472 h 3458505"/>
              <a:gd name="connsiteX74" fmla="*/ 2258350 w 5061562"/>
              <a:gd name="connsiteY74" fmla="*/ 1630294 h 3458505"/>
              <a:gd name="connsiteX75" fmla="*/ 2657087 w 5061562"/>
              <a:gd name="connsiteY75" fmla="*/ 306046 h 3458505"/>
              <a:gd name="connsiteX76" fmla="*/ 2657494 w 5061562"/>
              <a:gd name="connsiteY76" fmla="*/ 304659 h 3458505"/>
              <a:gd name="connsiteX77" fmla="*/ 2657901 w 5061562"/>
              <a:gd name="connsiteY77" fmla="*/ 303221 h 3458505"/>
              <a:gd name="connsiteX78" fmla="*/ 2937831 w 5061562"/>
              <a:gd name="connsiteY78" fmla="*/ 102735 h 3458505"/>
              <a:gd name="connsiteX79" fmla="*/ 2937780 w 5061562"/>
              <a:gd name="connsiteY79" fmla="*/ 0 h 3458505"/>
              <a:gd name="connsiteX80" fmla="*/ 2559743 w 5061562"/>
              <a:gd name="connsiteY80" fmla="*/ 276150 h 3458505"/>
              <a:gd name="connsiteX81" fmla="*/ 2161006 w 5061562"/>
              <a:gd name="connsiteY81" fmla="*/ 1600398 h 3458505"/>
              <a:gd name="connsiteX82" fmla="*/ 1996730 w 5061562"/>
              <a:gd name="connsiteY82" fmla="*/ 2140268 h 3458505"/>
              <a:gd name="connsiteX83" fmla="*/ 1962654 w 5061562"/>
              <a:gd name="connsiteY83" fmla="*/ 2251735 h 3458505"/>
              <a:gd name="connsiteX84" fmla="*/ 1735822 w 5061562"/>
              <a:gd name="connsiteY84" fmla="*/ 1986012 h 3458505"/>
              <a:gd name="connsiteX85" fmla="*/ 1375433 w 5061562"/>
              <a:gd name="connsiteY85" fmla="*/ 1819223 h 3458505"/>
              <a:gd name="connsiteX86" fmla="*/ 395171 w 5061562"/>
              <a:gd name="connsiteY86" fmla="*/ 1819223 h 3458505"/>
              <a:gd name="connsiteX87" fmla="*/ 394256 w 5061562"/>
              <a:gd name="connsiteY87" fmla="*/ 1819223 h 3458505"/>
              <a:gd name="connsiteX88" fmla="*/ 1012 w 5061562"/>
              <a:gd name="connsiteY88" fmla="*/ 2247574 h 3458505"/>
              <a:gd name="connsiteX89" fmla="*/ 409768 w 5061562"/>
              <a:gd name="connsiteY89" fmla="*/ 2617984 h 3458505"/>
              <a:gd name="connsiteX90" fmla="*/ 1231349 w 5061562"/>
              <a:gd name="connsiteY90" fmla="*/ 2617984 h 3458505"/>
              <a:gd name="connsiteX91" fmla="*/ 1829963 w 5061562"/>
              <a:gd name="connsiteY91" fmla="*/ 3318119 h 3458505"/>
              <a:gd name="connsiteX92" fmla="*/ 2014073 w 5061562"/>
              <a:gd name="connsiteY92" fmla="*/ 3440887 h 3458505"/>
              <a:gd name="connsiteX93" fmla="*/ 2129676 w 5061562"/>
              <a:gd name="connsiteY93" fmla="*/ 3458506 h 3458505"/>
              <a:gd name="connsiteX94" fmla="*/ 2508934 w 5061562"/>
              <a:gd name="connsiteY94" fmla="*/ 3176346 h 3458505"/>
              <a:gd name="connsiteX95" fmla="*/ 2573017 w 5061562"/>
              <a:gd name="connsiteY95" fmla="*/ 2965226 h 3458505"/>
              <a:gd name="connsiteX96" fmla="*/ 2952936 w 5061562"/>
              <a:gd name="connsiteY96" fmla="*/ 1709810 h 3458505"/>
              <a:gd name="connsiteX97" fmla="*/ 3152813 w 5061562"/>
              <a:gd name="connsiteY97" fmla="*/ 2317999 h 3458505"/>
              <a:gd name="connsiteX98" fmla="*/ 3187906 w 5061562"/>
              <a:gd name="connsiteY98" fmla="*/ 2395050 h 3458505"/>
              <a:gd name="connsiteX99" fmla="*/ 3238765 w 5061562"/>
              <a:gd name="connsiteY99" fmla="*/ 2464909 h 3458505"/>
              <a:gd name="connsiteX100" fmla="*/ 3240799 w 5061562"/>
              <a:gd name="connsiteY100" fmla="*/ 2467477 h 3458505"/>
              <a:gd name="connsiteX101" fmla="*/ 3247411 w 5061562"/>
              <a:gd name="connsiteY101" fmla="*/ 2474669 h 3458505"/>
              <a:gd name="connsiteX102" fmla="*/ 3256566 w 5061562"/>
              <a:gd name="connsiteY102" fmla="*/ 2482888 h 3458505"/>
              <a:gd name="connsiteX103" fmla="*/ 3257583 w 5061562"/>
              <a:gd name="connsiteY103" fmla="*/ 2483915 h 3458505"/>
              <a:gd name="connsiteX104" fmla="*/ 3473226 w 5061562"/>
              <a:gd name="connsiteY104" fmla="*/ 2589732 h 3458505"/>
              <a:gd name="connsiteX105" fmla="*/ 3478821 w 5061562"/>
              <a:gd name="connsiteY105" fmla="*/ 2590245 h 3458505"/>
              <a:gd name="connsiteX106" fmla="*/ 3486958 w 5061562"/>
              <a:gd name="connsiteY106" fmla="*/ 2591273 h 3458505"/>
              <a:gd name="connsiteX107" fmla="*/ 3529171 w 5061562"/>
              <a:gd name="connsiteY107" fmla="*/ 2593327 h 3458505"/>
              <a:gd name="connsiteX108" fmla="*/ 4666385 w 5061562"/>
              <a:gd name="connsiteY108" fmla="*/ 2593327 h 3458505"/>
              <a:gd name="connsiteX109" fmla="*/ 4998496 w 5061562"/>
              <a:gd name="connsiteY109" fmla="*/ 2409946 h 3458505"/>
              <a:gd name="connsiteX110" fmla="*/ 5036641 w 5061562"/>
              <a:gd name="connsiteY110" fmla="*/ 2332895 h 3458505"/>
              <a:gd name="connsiteX111" fmla="*/ 5038167 w 5061562"/>
              <a:gd name="connsiteY111" fmla="*/ 2329813 h 3458505"/>
              <a:gd name="connsiteX112" fmla="*/ 5041727 w 5061562"/>
              <a:gd name="connsiteY112" fmla="*/ 2320054 h 3458505"/>
              <a:gd name="connsiteX113" fmla="*/ 5044779 w 5061562"/>
              <a:gd name="connsiteY113" fmla="*/ 2308239 h 3458505"/>
              <a:gd name="connsiteX114" fmla="*/ 5045287 w 5061562"/>
              <a:gd name="connsiteY114" fmla="*/ 2306698 h 3458505"/>
              <a:gd name="connsiteX115" fmla="*/ 5061054 w 5061562"/>
              <a:gd name="connsiteY115" fmla="*/ 2212182 h 3458505"/>
              <a:gd name="connsiteX116" fmla="*/ 5061562 w 5061562"/>
              <a:gd name="connsiteY116" fmla="*/ 2186499 h 3458505"/>
              <a:gd name="connsiteX117" fmla="*/ 5061054 w 5061562"/>
              <a:gd name="connsiteY117" fmla="*/ 2180335 h 3458505"/>
              <a:gd name="connsiteX118" fmla="*/ 5059528 w 5061562"/>
              <a:gd name="connsiteY118" fmla="*/ 2155165 h 3458505"/>
              <a:gd name="connsiteX119" fmla="*/ 5056476 w 5061562"/>
              <a:gd name="connsiteY119" fmla="*/ 2128967 h 3458505"/>
              <a:gd name="connsiteX120" fmla="*/ 5054950 w 5061562"/>
              <a:gd name="connsiteY120" fmla="*/ 2122803 h 3458505"/>
              <a:gd name="connsiteX121" fmla="*/ 5053882 w 5061562"/>
              <a:gd name="connsiteY121" fmla="*/ 2116125 h 3458505"/>
              <a:gd name="connsiteX122" fmla="*/ 5050831 w 5061562"/>
              <a:gd name="connsiteY122" fmla="*/ 2101229 h 3458505"/>
              <a:gd name="connsiteX123" fmla="*/ 5049814 w 5061562"/>
              <a:gd name="connsiteY123" fmla="*/ 2097120 h 3458505"/>
              <a:gd name="connsiteX124" fmla="*/ 5043710 w 5061562"/>
              <a:gd name="connsiteY124" fmla="*/ 2075032 h 3458505"/>
              <a:gd name="connsiteX125" fmla="*/ 5040659 w 5061562"/>
              <a:gd name="connsiteY125" fmla="*/ 2065272 h 3458505"/>
              <a:gd name="connsiteX126" fmla="*/ 5038625 w 5061562"/>
              <a:gd name="connsiteY126" fmla="*/ 2059622 h 3458505"/>
              <a:gd name="connsiteX127" fmla="*/ 5028961 w 5061562"/>
              <a:gd name="connsiteY127" fmla="*/ 2035993 h 3458505"/>
              <a:gd name="connsiteX128" fmla="*/ 5025910 w 5061562"/>
              <a:gd name="connsiteY128" fmla="*/ 2027774 h 3458505"/>
              <a:gd name="connsiteX129" fmla="*/ 4824507 w 5061562"/>
              <a:gd name="connsiteY129" fmla="*/ 1827955 h 3458505"/>
              <a:gd name="connsiteX130" fmla="*/ 4816878 w 5061562"/>
              <a:gd name="connsiteY130" fmla="*/ 1824873 h 3458505"/>
              <a:gd name="connsiteX131" fmla="*/ 4812809 w 5061562"/>
              <a:gd name="connsiteY131" fmla="*/ 1822818 h 3458505"/>
              <a:gd name="connsiteX132" fmla="*/ 4704479 w 5061562"/>
              <a:gd name="connsiteY132" fmla="*/ 1796621 h 3458505"/>
              <a:gd name="connsiteX133" fmla="*/ 4667860 w 5061562"/>
              <a:gd name="connsiteY133" fmla="*/ 1795080 h 3458505"/>
              <a:gd name="connsiteX134" fmla="*/ 4630733 w 5061562"/>
              <a:gd name="connsiteY134" fmla="*/ 1796107 h 3458505"/>
              <a:gd name="connsiteX135" fmla="*/ 4666335 w 5061562"/>
              <a:gd name="connsiteY135" fmla="*/ 1794566 h 3458505"/>
              <a:gd name="connsiteX136" fmla="*/ 3814441 w 5061562"/>
              <a:gd name="connsiteY136" fmla="*/ 1794566 h 3458505"/>
              <a:gd name="connsiteX137" fmla="*/ 3313986 w 5061562"/>
              <a:gd name="connsiteY137" fmla="*/ 270500 h 3458505"/>
              <a:gd name="connsiteX138" fmla="*/ 2937831 w 5061562"/>
              <a:gd name="connsiteY138" fmla="*/ 0 h 3458505"/>
              <a:gd name="connsiteX139" fmla="*/ 2937831 w 5061562"/>
              <a:gd name="connsiteY139" fmla="*/ 0 h 3458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</a:cxnLst>
            <a:rect l="l" t="t" r="r" b="b"/>
            <a:pathLst>
              <a:path w="5061562" h="3458505">
                <a:moveTo>
                  <a:pt x="2937780" y="102735"/>
                </a:moveTo>
                <a:cubicBezTo>
                  <a:pt x="3040160" y="102735"/>
                  <a:pt x="3174530" y="154205"/>
                  <a:pt x="3216285" y="299163"/>
                </a:cubicBezTo>
                <a:lnTo>
                  <a:pt x="3216794" y="301012"/>
                </a:lnTo>
                <a:lnTo>
                  <a:pt x="3217404" y="302810"/>
                </a:lnTo>
                <a:lnTo>
                  <a:pt x="3717859" y="1826876"/>
                </a:lnTo>
                <a:lnTo>
                  <a:pt x="3741000" y="1897250"/>
                </a:lnTo>
                <a:lnTo>
                  <a:pt x="4634955" y="1897250"/>
                </a:lnTo>
                <a:lnTo>
                  <a:pt x="4635056" y="1898688"/>
                </a:lnTo>
                <a:cubicBezTo>
                  <a:pt x="4645380" y="1898225"/>
                  <a:pt x="4656620" y="1897763"/>
                  <a:pt x="4667860" y="1897763"/>
                </a:cubicBezTo>
                <a:cubicBezTo>
                  <a:pt x="4677015" y="1897763"/>
                  <a:pt x="4686526" y="1898174"/>
                  <a:pt x="4694612" y="1898842"/>
                </a:cubicBezTo>
                <a:cubicBezTo>
                  <a:pt x="4719482" y="1901308"/>
                  <a:pt x="4745421" y="1907420"/>
                  <a:pt x="4771817" y="1917026"/>
                </a:cubicBezTo>
                <a:cubicBezTo>
                  <a:pt x="4772325" y="1917283"/>
                  <a:pt x="4772834" y="1917488"/>
                  <a:pt x="4773291" y="1917694"/>
                </a:cubicBezTo>
                <a:lnTo>
                  <a:pt x="4783514" y="1922830"/>
                </a:lnTo>
                <a:lnTo>
                  <a:pt x="4787024" y="1923550"/>
                </a:lnTo>
                <a:cubicBezTo>
                  <a:pt x="4849072" y="1952572"/>
                  <a:pt x="4899728" y="2002398"/>
                  <a:pt x="4930650" y="2064758"/>
                </a:cubicBezTo>
                <a:lnTo>
                  <a:pt x="4931261" y="2068251"/>
                </a:lnTo>
                <a:lnTo>
                  <a:pt x="4937974" y="2081863"/>
                </a:lnTo>
                <a:cubicBezTo>
                  <a:pt x="4939398" y="2084689"/>
                  <a:pt x="4941127" y="2088952"/>
                  <a:pt x="4941890" y="2091366"/>
                </a:cubicBezTo>
                <a:cubicBezTo>
                  <a:pt x="4942704" y="2094089"/>
                  <a:pt x="4943772" y="2097325"/>
                  <a:pt x="4945196" y="2101024"/>
                </a:cubicBezTo>
                <a:lnTo>
                  <a:pt x="4945908" y="2103284"/>
                </a:lnTo>
                <a:lnTo>
                  <a:pt x="4947586" y="2108626"/>
                </a:lnTo>
                <a:lnTo>
                  <a:pt x="4948655" y="2111708"/>
                </a:lnTo>
                <a:cubicBezTo>
                  <a:pt x="4948960" y="2112530"/>
                  <a:pt x="4949163" y="2113403"/>
                  <a:pt x="4949417" y="2114276"/>
                </a:cubicBezTo>
                <a:cubicBezTo>
                  <a:pt x="4950129" y="2118899"/>
                  <a:pt x="4951146" y="2123522"/>
                  <a:pt x="4952418" y="2128043"/>
                </a:cubicBezTo>
                <a:lnTo>
                  <a:pt x="4952621" y="2129019"/>
                </a:lnTo>
                <a:lnTo>
                  <a:pt x="4953181" y="2131690"/>
                </a:lnTo>
                <a:lnTo>
                  <a:pt x="4953181" y="2135183"/>
                </a:lnTo>
                <a:lnTo>
                  <a:pt x="4956080" y="2147151"/>
                </a:lnTo>
                <a:lnTo>
                  <a:pt x="4956080" y="2147151"/>
                </a:lnTo>
                <a:cubicBezTo>
                  <a:pt x="4956894" y="2154394"/>
                  <a:pt x="4957707" y="2161329"/>
                  <a:pt x="4958521" y="2167904"/>
                </a:cubicBezTo>
                <a:cubicBezTo>
                  <a:pt x="4958826" y="2170575"/>
                  <a:pt x="4958826" y="2173400"/>
                  <a:pt x="4958928" y="2176122"/>
                </a:cubicBezTo>
                <a:lnTo>
                  <a:pt x="4959437" y="2186601"/>
                </a:lnTo>
                <a:lnTo>
                  <a:pt x="4959792" y="2192200"/>
                </a:lnTo>
                <a:cubicBezTo>
                  <a:pt x="4959792" y="2196772"/>
                  <a:pt x="4959792" y="2201292"/>
                  <a:pt x="4959487" y="2205607"/>
                </a:cubicBezTo>
                <a:lnTo>
                  <a:pt x="4959386" y="2207251"/>
                </a:lnTo>
                <a:lnTo>
                  <a:pt x="4959386" y="2208895"/>
                </a:lnTo>
                <a:cubicBezTo>
                  <a:pt x="4958623" y="2230726"/>
                  <a:pt x="4954808" y="2253173"/>
                  <a:pt x="4947993" y="2276494"/>
                </a:cubicBezTo>
                <a:lnTo>
                  <a:pt x="4945044" y="2285637"/>
                </a:lnTo>
                <a:lnTo>
                  <a:pt x="4944789" y="2287538"/>
                </a:lnTo>
                <a:lnTo>
                  <a:pt x="4941381" y="2296681"/>
                </a:lnTo>
                <a:cubicBezTo>
                  <a:pt x="4933753" y="2317126"/>
                  <a:pt x="4924089" y="2336645"/>
                  <a:pt x="4913104" y="2354007"/>
                </a:cubicBezTo>
                <a:cubicBezTo>
                  <a:pt x="4858125" y="2439534"/>
                  <a:pt x="4765866" y="2490593"/>
                  <a:pt x="4666335" y="2490593"/>
                </a:cubicBezTo>
                <a:lnTo>
                  <a:pt x="3529121" y="2490593"/>
                </a:lnTo>
                <a:cubicBezTo>
                  <a:pt x="3517881" y="2490593"/>
                  <a:pt x="3508472" y="2490182"/>
                  <a:pt x="3499775" y="2489309"/>
                </a:cubicBezTo>
                <a:cubicBezTo>
                  <a:pt x="3497842" y="2489052"/>
                  <a:pt x="3495808" y="2488795"/>
                  <a:pt x="3493723" y="2488589"/>
                </a:cubicBezTo>
                <a:lnTo>
                  <a:pt x="3487365" y="2487511"/>
                </a:lnTo>
                <a:lnTo>
                  <a:pt x="3484263" y="2487511"/>
                </a:lnTo>
                <a:cubicBezTo>
                  <a:pt x="3425215" y="2477751"/>
                  <a:pt x="3371050" y="2450680"/>
                  <a:pt x="3328430" y="2410254"/>
                </a:cubicBezTo>
                <a:lnTo>
                  <a:pt x="3325175" y="2406967"/>
                </a:lnTo>
                <a:lnTo>
                  <a:pt x="3321615" y="2403988"/>
                </a:lnTo>
                <a:lnTo>
                  <a:pt x="3321056" y="2403525"/>
                </a:lnTo>
                <a:lnTo>
                  <a:pt x="3313274" y="2395050"/>
                </a:lnTo>
                <a:cubicBezTo>
                  <a:pt x="3299593" y="2380153"/>
                  <a:pt x="3286929" y="2362740"/>
                  <a:pt x="3274468" y="2341165"/>
                </a:cubicBezTo>
                <a:cubicBezTo>
                  <a:pt x="3264042" y="2324111"/>
                  <a:pt x="3255701" y="2305773"/>
                  <a:pt x="3249293" y="2285637"/>
                </a:cubicBezTo>
                <a:lnTo>
                  <a:pt x="3049416" y="1677449"/>
                </a:lnTo>
                <a:lnTo>
                  <a:pt x="2948867" y="1371506"/>
                </a:lnTo>
                <a:lnTo>
                  <a:pt x="2855591" y="1679761"/>
                </a:lnTo>
                <a:lnTo>
                  <a:pt x="2475672" y="2935074"/>
                </a:lnTo>
                <a:lnTo>
                  <a:pt x="2411640" y="3146039"/>
                </a:lnTo>
                <a:cubicBezTo>
                  <a:pt x="2373954" y="3269474"/>
                  <a:pt x="2257994" y="3355720"/>
                  <a:pt x="2129575" y="3355720"/>
                </a:cubicBezTo>
                <a:cubicBezTo>
                  <a:pt x="2100636" y="3355720"/>
                  <a:pt x="2071799" y="3351302"/>
                  <a:pt x="2043928" y="3342673"/>
                </a:cubicBezTo>
                <a:cubicBezTo>
                  <a:pt x="1991034" y="3326184"/>
                  <a:pt x="1943735" y="3294644"/>
                  <a:pt x="1906862" y="3250931"/>
                </a:cubicBezTo>
                <a:lnTo>
                  <a:pt x="1308248" y="2550795"/>
                </a:lnTo>
                <a:lnTo>
                  <a:pt x="1277834" y="2515198"/>
                </a:lnTo>
                <a:lnTo>
                  <a:pt x="409717" y="2515198"/>
                </a:lnTo>
                <a:cubicBezTo>
                  <a:pt x="248239" y="2515198"/>
                  <a:pt x="113258" y="2394433"/>
                  <a:pt x="102425" y="2240280"/>
                </a:cubicBezTo>
                <a:cubicBezTo>
                  <a:pt x="96576" y="2157168"/>
                  <a:pt x="124498" y="2077651"/>
                  <a:pt x="180952" y="2016473"/>
                </a:cubicBezTo>
                <a:cubicBezTo>
                  <a:pt x="236388" y="1956373"/>
                  <a:pt x="314101" y="1921957"/>
                  <a:pt x="395171" y="1921957"/>
                </a:cubicBezTo>
                <a:lnTo>
                  <a:pt x="1375382" y="1921957"/>
                </a:lnTo>
                <a:cubicBezTo>
                  <a:pt x="1484323" y="1921957"/>
                  <a:pt x="1587618" y="1969729"/>
                  <a:pt x="1658770" y="2053098"/>
                </a:cubicBezTo>
                <a:lnTo>
                  <a:pt x="1885603" y="2318821"/>
                </a:lnTo>
                <a:lnTo>
                  <a:pt x="2005631" y="2459413"/>
                </a:lnTo>
                <a:lnTo>
                  <a:pt x="2059847" y="2282042"/>
                </a:lnTo>
                <a:lnTo>
                  <a:pt x="2093973" y="2170472"/>
                </a:lnTo>
                <a:lnTo>
                  <a:pt x="2258350" y="1630294"/>
                </a:lnTo>
                <a:lnTo>
                  <a:pt x="2657087" y="306046"/>
                </a:lnTo>
                <a:lnTo>
                  <a:pt x="2657494" y="304659"/>
                </a:lnTo>
                <a:lnTo>
                  <a:pt x="2657901" y="303221"/>
                </a:lnTo>
                <a:cubicBezTo>
                  <a:pt x="2697927" y="155283"/>
                  <a:pt x="2833671" y="102735"/>
                  <a:pt x="2937831" y="102735"/>
                </a:cubicBezTo>
                <a:moveTo>
                  <a:pt x="2937780" y="0"/>
                </a:moveTo>
                <a:cubicBezTo>
                  <a:pt x="2773606" y="0"/>
                  <a:pt x="2609432" y="92307"/>
                  <a:pt x="2559743" y="276150"/>
                </a:cubicBezTo>
                <a:lnTo>
                  <a:pt x="2161006" y="1600398"/>
                </a:lnTo>
                <a:lnTo>
                  <a:pt x="1996730" y="2140268"/>
                </a:lnTo>
                <a:lnTo>
                  <a:pt x="1962654" y="2251735"/>
                </a:lnTo>
                <a:lnTo>
                  <a:pt x="1735822" y="1986012"/>
                </a:lnTo>
                <a:cubicBezTo>
                  <a:pt x="1645445" y="1880144"/>
                  <a:pt x="1513821" y="1819223"/>
                  <a:pt x="1375433" y="1819223"/>
                </a:cubicBezTo>
                <a:lnTo>
                  <a:pt x="395171" y="1819223"/>
                </a:lnTo>
                <a:cubicBezTo>
                  <a:pt x="394866" y="1819223"/>
                  <a:pt x="394561" y="1819223"/>
                  <a:pt x="394256" y="1819223"/>
                </a:cubicBezTo>
                <a:cubicBezTo>
                  <a:pt x="168135" y="1819223"/>
                  <a:pt x="-15314" y="2015240"/>
                  <a:pt x="1012" y="2247574"/>
                </a:cubicBezTo>
                <a:cubicBezTo>
                  <a:pt x="15863" y="2459002"/>
                  <a:pt x="199871" y="2617984"/>
                  <a:pt x="409768" y="2617984"/>
                </a:cubicBezTo>
                <a:lnTo>
                  <a:pt x="1231349" y="2617984"/>
                </a:lnTo>
                <a:lnTo>
                  <a:pt x="1829963" y="3318119"/>
                </a:lnTo>
                <a:cubicBezTo>
                  <a:pt x="1877262" y="3374109"/>
                  <a:pt x="1939819" y="3417772"/>
                  <a:pt x="2014073" y="3440887"/>
                </a:cubicBezTo>
                <a:cubicBezTo>
                  <a:pt x="2052472" y="3452856"/>
                  <a:pt x="2091379" y="3458506"/>
                  <a:pt x="2129676" y="3458506"/>
                </a:cubicBezTo>
                <a:cubicBezTo>
                  <a:pt x="2298885" y="3458506"/>
                  <a:pt x="2456651" y="3347655"/>
                  <a:pt x="2508934" y="3176346"/>
                </a:cubicBezTo>
                <a:lnTo>
                  <a:pt x="2573017" y="2965226"/>
                </a:lnTo>
                <a:lnTo>
                  <a:pt x="2952936" y="1709810"/>
                </a:lnTo>
                <a:lnTo>
                  <a:pt x="3152813" y="2317999"/>
                </a:lnTo>
                <a:cubicBezTo>
                  <a:pt x="3161459" y="2345223"/>
                  <a:pt x="3173156" y="2370907"/>
                  <a:pt x="3187906" y="2395050"/>
                </a:cubicBezTo>
                <a:cubicBezTo>
                  <a:pt x="3202146" y="2419706"/>
                  <a:pt x="3218930" y="2443335"/>
                  <a:pt x="3238765" y="2464909"/>
                </a:cubicBezTo>
                <a:cubicBezTo>
                  <a:pt x="3239274" y="2465937"/>
                  <a:pt x="3239782" y="2466450"/>
                  <a:pt x="3240799" y="2467477"/>
                </a:cubicBezTo>
                <a:cubicBezTo>
                  <a:pt x="3242834" y="2469532"/>
                  <a:pt x="3245377" y="2472101"/>
                  <a:pt x="3247411" y="2474669"/>
                </a:cubicBezTo>
                <a:cubicBezTo>
                  <a:pt x="3250463" y="2477751"/>
                  <a:pt x="3253514" y="2480319"/>
                  <a:pt x="3256566" y="2482888"/>
                </a:cubicBezTo>
                <a:lnTo>
                  <a:pt x="3257583" y="2483915"/>
                </a:lnTo>
                <a:cubicBezTo>
                  <a:pt x="3317088" y="2540419"/>
                  <a:pt x="3391852" y="2577403"/>
                  <a:pt x="3473226" y="2589732"/>
                </a:cubicBezTo>
                <a:cubicBezTo>
                  <a:pt x="3475261" y="2589732"/>
                  <a:pt x="3477295" y="2590245"/>
                  <a:pt x="3478821" y="2590245"/>
                </a:cubicBezTo>
                <a:cubicBezTo>
                  <a:pt x="3481872" y="2590759"/>
                  <a:pt x="3484415" y="2590759"/>
                  <a:pt x="3486958" y="2591273"/>
                </a:cubicBezTo>
                <a:cubicBezTo>
                  <a:pt x="3501199" y="2592814"/>
                  <a:pt x="3514931" y="2593327"/>
                  <a:pt x="3529171" y="2593327"/>
                </a:cubicBezTo>
                <a:lnTo>
                  <a:pt x="4666385" y="2593327"/>
                </a:lnTo>
                <a:cubicBezTo>
                  <a:pt x="4805231" y="2593327"/>
                  <a:pt x="4927802" y="2519872"/>
                  <a:pt x="4998496" y="2409946"/>
                </a:cubicBezTo>
                <a:cubicBezTo>
                  <a:pt x="5013754" y="2385804"/>
                  <a:pt x="5026469" y="2360120"/>
                  <a:pt x="5036641" y="2332895"/>
                </a:cubicBezTo>
                <a:cubicBezTo>
                  <a:pt x="5037658" y="2331868"/>
                  <a:pt x="5037658" y="2330841"/>
                  <a:pt x="5038167" y="2329813"/>
                </a:cubicBezTo>
                <a:cubicBezTo>
                  <a:pt x="5039184" y="2326731"/>
                  <a:pt x="5040201" y="2323136"/>
                  <a:pt x="5041727" y="2320054"/>
                </a:cubicBezTo>
                <a:cubicBezTo>
                  <a:pt x="5042744" y="2316458"/>
                  <a:pt x="5044270" y="2312348"/>
                  <a:pt x="5044779" y="2308239"/>
                </a:cubicBezTo>
                <a:lnTo>
                  <a:pt x="5045287" y="2306698"/>
                </a:lnTo>
                <a:cubicBezTo>
                  <a:pt x="5054442" y="2275364"/>
                  <a:pt x="5060036" y="2244030"/>
                  <a:pt x="5061054" y="2212182"/>
                </a:cubicBezTo>
                <a:cubicBezTo>
                  <a:pt x="5061562" y="2203963"/>
                  <a:pt x="5061562" y="2195231"/>
                  <a:pt x="5061562" y="2186499"/>
                </a:cubicBezTo>
                <a:cubicBezTo>
                  <a:pt x="5061054" y="2184444"/>
                  <a:pt x="5061562" y="2182389"/>
                  <a:pt x="5061054" y="2180335"/>
                </a:cubicBezTo>
                <a:cubicBezTo>
                  <a:pt x="5060545" y="2172116"/>
                  <a:pt x="5060545" y="2163383"/>
                  <a:pt x="5059528" y="2155165"/>
                </a:cubicBezTo>
                <a:cubicBezTo>
                  <a:pt x="5058510" y="2146946"/>
                  <a:pt x="5057493" y="2138213"/>
                  <a:pt x="5056476" y="2128967"/>
                </a:cubicBezTo>
                <a:cubicBezTo>
                  <a:pt x="5055968" y="2126913"/>
                  <a:pt x="5055459" y="2124858"/>
                  <a:pt x="5054950" y="2122803"/>
                </a:cubicBezTo>
                <a:cubicBezTo>
                  <a:pt x="5054950" y="2120749"/>
                  <a:pt x="5054442" y="2118180"/>
                  <a:pt x="5053882" y="2116125"/>
                </a:cubicBezTo>
                <a:cubicBezTo>
                  <a:pt x="5052865" y="2110989"/>
                  <a:pt x="5051848" y="2106366"/>
                  <a:pt x="5050831" y="2101229"/>
                </a:cubicBezTo>
                <a:cubicBezTo>
                  <a:pt x="5050322" y="2100202"/>
                  <a:pt x="5049814" y="2098661"/>
                  <a:pt x="5049814" y="2097120"/>
                </a:cubicBezTo>
                <a:cubicBezTo>
                  <a:pt x="5048288" y="2089414"/>
                  <a:pt x="5046253" y="2081709"/>
                  <a:pt x="5043710" y="2075032"/>
                </a:cubicBezTo>
                <a:cubicBezTo>
                  <a:pt x="5042693" y="2071436"/>
                  <a:pt x="5041676" y="2068354"/>
                  <a:pt x="5040659" y="2065272"/>
                </a:cubicBezTo>
                <a:cubicBezTo>
                  <a:pt x="5039642" y="2063217"/>
                  <a:pt x="5039133" y="2061162"/>
                  <a:pt x="5038625" y="2059622"/>
                </a:cubicBezTo>
                <a:cubicBezTo>
                  <a:pt x="5036081" y="2051916"/>
                  <a:pt x="5032521" y="2043184"/>
                  <a:pt x="5028961" y="2035993"/>
                </a:cubicBezTo>
                <a:cubicBezTo>
                  <a:pt x="5028453" y="2032911"/>
                  <a:pt x="5027435" y="2030342"/>
                  <a:pt x="5025910" y="2027774"/>
                </a:cubicBezTo>
                <a:cubicBezTo>
                  <a:pt x="4984714" y="1939422"/>
                  <a:pt x="4913511" y="1868022"/>
                  <a:pt x="4824507" y="1827955"/>
                </a:cubicBezTo>
                <a:cubicBezTo>
                  <a:pt x="4821964" y="1827441"/>
                  <a:pt x="4819421" y="1825387"/>
                  <a:pt x="4816878" y="1824873"/>
                </a:cubicBezTo>
                <a:cubicBezTo>
                  <a:pt x="4815861" y="1824359"/>
                  <a:pt x="4814335" y="1823846"/>
                  <a:pt x="4812809" y="1822818"/>
                </a:cubicBezTo>
                <a:cubicBezTo>
                  <a:pt x="4777716" y="1809463"/>
                  <a:pt x="4741098" y="1800217"/>
                  <a:pt x="4704479" y="1796621"/>
                </a:cubicBezTo>
                <a:cubicBezTo>
                  <a:pt x="4691764" y="1795594"/>
                  <a:pt x="4679558" y="1795080"/>
                  <a:pt x="4667860" y="1795080"/>
                </a:cubicBezTo>
                <a:cubicBezTo>
                  <a:pt x="4655145" y="1795080"/>
                  <a:pt x="4642431" y="1795594"/>
                  <a:pt x="4630733" y="1796107"/>
                </a:cubicBezTo>
                <a:cubicBezTo>
                  <a:pt x="4642431" y="1795080"/>
                  <a:pt x="4654637" y="1794566"/>
                  <a:pt x="4666335" y="1794566"/>
                </a:cubicBezTo>
                <a:lnTo>
                  <a:pt x="3814441" y="1794566"/>
                </a:lnTo>
                <a:lnTo>
                  <a:pt x="3313986" y="270500"/>
                </a:lnTo>
                <a:cubicBezTo>
                  <a:pt x="3262008" y="89944"/>
                  <a:pt x="3099919" y="0"/>
                  <a:pt x="2937831" y="0"/>
                </a:cubicBezTo>
                <a:lnTo>
                  <a:pt x="2937831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0768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E242DCA-FF15-148C-4EEB-1ACF76959CEA}"/>
              </a:ext>
            </a:extLst>
          </p:cNvPr>
          <p:cNvSpPr/>
          <p:nvPr/>
        </p:nvSpPr>
        <p:spPr>
          <a:xfrm>
            <a:off x="9011999" y="1705551"/>
            <a:ext cx="41704" cy="66777"/>
          </a:xfrm>
          <a:custGeom>
            <a:avLst/>
            <a:gdLst>
              <a:gd name="connsiteX0" fmla="*/ 0 w 41704"/>
              <a:gd name="connsiteY0" fmla="*/ 0 h 66777"/>
              <a:gd name="connsiteX1" fmla="*/ 41705 w 41704"/>
              <a:gd name="connsiteY1" fmla="*/ 66777 h 66777"/>
              <a:gd name="connsiteX2" fmla="*/ 0 w 41704"/>
              <a:gd name="connsiteY2" fmla="*/ 0 h 66777"/>
              <a:gd name="connsiteX3" fmla="*/ 0 w 41704"/>
              <a:gd name="connsiteY3" fmla="*/ 0 h 66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704" h="66777">
                <a:moveTo>
                  <a:pt x="0" y="0"/>
                </a:moveTo>
                <a:cubicBezTo>
                  <a:pt x="16275" y="20547"/>
                  <a:pt x="30007" y="43149"/>
                  <a:pt x="41705" y="66777"/>
                </a:cubicBezTo>
                <a:cubicBezTo>
                  <a:pt x="30515" y="42635"/>
                  <a:pt x="16784" y="20547"/>
                  <a:pt x="0" y="0"/>
                </a:cubicBezTo>
                <a:lnTo>
                  <a:pt x="0" y="0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0768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FF363E9-24FB-ABA8-ECE7-B159E18E7984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6" name="Podtytuł 2">
            <a:extLst>
              <a:ext uri="{FF2B5EF4-FFF2-40B4-BE49-F238E27FC236}">
                <a16:creationId xmlns:a16="http://schemas.microsoft.com/office/drawing/2014/main" id="{4C11AC40-F365-C89E-1397-85B556E07865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9" name="Graphic 18">
            <a:extLst>
              <a:ext uri="{FF2B5EF4-FFF2-40B4-BE49-F238E27FC236}">
                <a16:creationId xmlns:a16="http://schemas.microsoft.com/office/drawing/2014/main" id="{A67D6014-C462-0468-FE68-938BD518A38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Rechteck 1">
            <a:extLst>
              <a:ext uri="{FF2B5EF4-FFF2-40B4-BE49-F238E27FC236}">
                <a16:creationId xmlns:a16="http://schemas.microsoft.com/office/drawing/2014/main" id="{F450D835-337A-FC0B-7C63-CE908BC22F57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13" name="Podtytuł 2">
            <a:extLst>
              <a:ext uri="{FF2B5EF4-FFF2-40B4-BE49-F238E27FC236}">
                <a16:creationId xmlns:a16="http://schemas.microsoft.com/office/drawing/2014/main" id="{3E61D947-1995-1675-601C-89F7060F83B9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5" name="Graphic 18">
            <a:extLst>
              <a:ext uri="{FF2B5EF4-FFF2-40B4-BE49-F238E27FC236}">
                <a16:creationId xmlns:a16="http://schemas.microsoft.com/office/drawing/2014/main" id="{C407528D-FF60-7F94-9E5E-6A1F823C87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902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bol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19/06/2026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A29A6A9-05F6-B65A-4E29-7B1A751BDD48}"/>
              </a:ext>
            </a:extLst>
          </p:cNvPr>
          <p:cNvSpPr/>
          <p:nvPr/>
        </p:nvSpPr>
        <p:spPr>
          <a:xfrm>
            <a:off x="6528048" y="1484782"/>
            <a:ext cx="3693948" cy="3868783"/>
          </a:xfrm>
          <a:custGeom>
            <a:avLst/>
            <a:gdLst>
              <a:gd name="connsiteX0" fmla="*/ 1767345 w 3693948"/>
              <a:gd name="connsiteY0" fmla="*/ 116617 h 3868783"/>
              <a:gd name="connsiteX1" fmla="*/ 2009949 w 3693948"/>
              <a:gd name="connsiteY1" fmla="*/ 217142 h 3868783"/>
              <a:gd name="connsiteX2" fmla="*/ 3462554 w 3693948"/>
              <a:gd name="connsiteY2" fmla="*/ 1676026 h 3868783"/>
              <a:gd name="connsiteX3" fmla="*/ 3462612 w 3693948"/>
              <a:gd name="connsiteY3" fmla="*/ 1676026 h 3868783"/>
              <a:gd name="connsiteX4" fmla="*/ 3461509 w 3693948"/>
              <a:gd name="connsiteY4" fmla="*/ 1674627 h 3868783"/>
              <a:gd name="connsiteX5" fmla="*/ 3462612 w 3693948"/>
              <a:gd name="connsiteY5" fmla="*/ 1675910 h 3868783"/>
              <a:gd name="connsiteX6" fmla="*/ 3484625 w 3693948"/>
              <a:gd name="connsiteY6" fmla="*/ 1653811 h 3868783"/>
              <a:gd name="connsiteX7" fmla="*/ 3467665 w 3693948"/>
              <a:gd name="connsiteY7" fmla="*/ 1680866 h 3868783"/>
              <a:gd name="connsiteX8" fmla="*/ 3465342 w 3693948"/>
              <a:gd name="connsiteY8" fmla="*/ 1679058 h 3868783"/>
              <a:gd name="connsiteX9" fmla="*/ 3465632 w 3693948"/>
              <a:gd name="connsiteY9" fmla="*/ 1679408 h 3868783"/>
              <a:gd name="connsiteX10" fmla="*/ 3465284 w 3693948"/>
              <a:gd name="connsiteY10" fmla="*/ 1679000 h 3868783"/>
              <a:gd name="connsiteX11" fmla="*/ 3456804 w 3693948"/>
              <a:gd name="connsiteY11" fmla="*/ 1671128 h 3868783"/>
              <a:gd name="connsiteX12" fmla="*/ 3462496 w 3693948"/>
              <a:gd name="connsiteY12" fmla="*/ 1677134 h 3868783"/>
              <a:gd name="connsiteX13" fmla="*/ 3468769 w 3693948"/>
              <a:gd name="connsiteY13" fmla="*/ 1683023 h 3868783"/>
              <a:gd name="connsiteX14" fmla="*/ 3471092 w 3693948"/>
              <a:gd name="connsiteY14" fmla="*/ 1685764 h 3868783"/>
              <a:gd name="connsiteX15" fmla="*/ 3477307 w 3693948"/>
              <a:gd name="connsiteY15" fmla="*/ 1690836 h 3868783"/>
              <a:gd name="connsiteX16" fmla="*/ 3478236 w 3693948"/>
              <a:gd name="connsiteY16" fmla="*/ 1691769 h 3868783"/>
              <a:gd name="connsiteX17" fmla="*/ 3500017 w 3693948"/>
              <a:gd name="connsiteY17" fmla="*/ 1715385 h 3868783"/>
              <a:gd name="connsiteX18" fmla="*/ 3517557 w 3693948"/>
              <a:gd name="connsiteY18" fmla="*/ 1739058 h 3868783"/>
              <a:gd name="connsiteX19" fmla="*/ 3550256 w 3693948"/>
              <a:gd name="connsiteY19" fmla="*/ 1798241 h 3868783"/>
              <a:gd name="connsiteX20" fmla="*/ 3551476 w 3693948"/>
              <a:gd name="connsiteY20" fmla="*/ 1800865 h 3868783"/>
              <a:gd name="connsiteX21" fmla="*/ 3555019 w 3693948"/>
              <a:gd name="connsiteY21" fmla="*/ 1809728 h 3868783"/>
              <a:gd name="connsiteX22" fmla="*/ 3577729 w 3693948"/>
              <a:gd name="connsiteY22" fmla="*/ 1934567 h 3868783"/>
              <a:gd name="connsiteX23" fmla="*/ 3577380 w 3693948"/>
              <a:gd name="connsiteY23" fmla="*/ 1950135 h 3868783"/>
              <a:gd name="connsiteX24" fmla="*/ 3577380 w 3693948"/>
              <a:gd name="connsiteY24" fmla="*/ 1950135 h 3868783"/>
              <a:gd name="connsiteX25" fmla="*/ 3573663 w 3693948"/>
              <a:gd name="connsiteY25" fmla="*/ 1984538 h 3868783"/>
              <a:gd name="connsiteX26" fmla="*/ 3568610 w 3693948"/>
              <a:gd name="connsiteY26" fmla="*/ 2012934 h 3868783"/>
              <a:gd name="connsiteX27" fmla="*/ 3565299 w 3693948"/>
              <a:gd name="connsiteY27" fmla="*/ 2025762 h 3868783"/>
              <a:gd name="connsiteX28" fmla="*/ 3557052 w 3693948"/>
              <a:gd name="connsiteY28" fmla="*/ 2052992 h 3868783"/>
              <a:gd name="connsiteX29" fmla="*/ 3551709 w 3693948"/>
              <a:gd name="connsiteY29" fmla="*/ 2063721 h 3868783"/>
              <a:gd name="connsiteX30" fmla="*/ 3550605 w 3693948"/>
              <a:gd name="connsiteY30" fmla="*/ 2068269 h 3868783"/>
              <a:gd name="connsiteX31" fmla="*/ 3549327 w 3693948"/>
              <a:gd name="connsiteY31" fmla="*/ 2070834 h 3868783"/>
              <a:gd name="connsiteX32" fmla="*/ 3548398 w 3693948"/>
              <a:gd name="connsiteY32" fmla="*/ 2074625 h 3868783"/>
              <a:gd name="connsiteX33" fmla="*/ 3548282 w 3693948"/>
              <a:gd name="connsiteY33" fmla="*/ 2074974 h 3868783"/>
              <a:gd name="connsiteX34" fmla="*/ 3543461 w 3693948"/>
              <a:gd name="connsiteY34" fmla="*/ 2083487 h 3868783"/>
              <a:gd name="connsiteX35" fmla="*/ 3541544 w 3693948"/>
              <a:gd name="connsiteY35" fmla="*/ 2089202 h 3868783"/>
              <a:gd name="connsiteX36" fmla="*/ 3541022 w 3693948"/>
              <a:gd name="connsiteY36" fmla="*/ 2089960 h 3868783"/>
              <a:gd name="connsiteX37" fmla="*/ 3537769 w 3693948"/>
              <a:gd name="connsiteY37" fmla="*/ 2096432 h 3868783"/>
              <a:gd name="connsiteX38" fmla="*/ 3533297 w 3693948"/>
              <a:gd name="connsiteY38" fmla="*/ 2104945 h 3868783"/>
              <a:gd name="connsiteX39" fmla="*/ 3531264 w 3693948"/>
              <a:gd name="connsiteY39" fmla="*/ 2108210 h 3868783"/>
              <a:gd name="connsiteX40" fmla="*/ 3526966 w 3693948"/>
              <a:gd name="connsiteY40" fmla="*/ 2115033 h 3868783"/>
              <a:gd name="connsiteX41" fmla="*/ 3524817 w 3693948"/>
              <a:gd name="connsiteY41" fmla="*/ 2118006 h 3868783"/>
              <a:gd name="connsiteX42" fmla="*/ 3522842 w 3693948"/>
              <a:gd name="connsiteY42" fmla="*/ 2121155 h 3868783"/>
              <a:gd name="connsiteX43" fmla="*/ 3511400 w 3693948"/>
              <a:gd name="connsiteY43" fmla="*/ 2137598 h 3868783"/>
              <a:gd name="connsiteX44" fmla="*/ 3509077 w 3693948"/>
              <a:gd name="connsiteY44" fmla="*/ 2140513 h 3868783"/>
              <a:gd name="connsiteX45" fmla="*/ 3506928 w 3693948"/>
              <a:gd name="connsiteY45" fmla="*/ 2143604 h 3868783"/>
              <a:gd name="connsiteX46" fmla="*/ 3502572 w 3693948"/>
              <a:gd name="connsiteY46" fmla="*/ 2149260 h 3868783"/>
              <a:gd name="connsiteX47" fmla="*/ 3499494 w 3693948"/>
              <a:gd name="connsiteY47" fmla="*/ 2152700 h 3868783"/>
              <a:gd name="connsiteX48" fmla="*/ 3496706 w 3693948"/>
              <a:gd name="connsiteY48" fmla="*/ 2156373 h 3868783"/>
              <a:gd name="connsiteX49" fmla="*/ 3496474 w 3693948"/>
              <a:gd name="connsiteY49" fmla="*/ 2156665 h 3868783"/>
              <a:gd name="connsiteX50" fmla="*/ 3496183 w 3693948"/>
              <a:gd name="connsiteY50" fmla="*/ 2157015 h 3868783"/>
              <a:gd name="connsiteX51" fmla="*/ 3473473 w 3693948"/>
              <a:gd name="connsiteY51" fmla="*/ 2181096 h 3868783"/>
              <a:gd name="connsiteX52" fmla="*/ 3437173 w 3693948"/>
              <a:gd name="connsiteY52" fmla="*/ 2215615 h 3868783"/>
              <a:gd name="connsiteX53" fmla="*/ 3437173 w 3693948"/>
              <a:gd name="connsiteY53" fmla="*/ 2218647 h 3868783"/>
              <a:gd name="connsiteX54" fmla="*/ 2010472 w 3693948"/>
              <a:gd name="connsiteY54" fmla="*/ 3651526 h 3868783"/>
              <a:gd name="connsiteX55" fmla="*/ 1767345 w 3693948"/>
              <a:gd name="connsiteY55" fmla="*/ 3752050 h 3868783"/>
              <a:gd name="connsiteX56" fmla="*/ 1524102 w 3693948"/>
              <a:gd name="connsiteY56" fmla="*/ 3651351 h 3868783"/>
              <a:gd name="connsiteX57" fmla="*/ 1423680 w 3693948"/>
              <a:gd name="connsiteY57" fmla="*/ 3407621 h 3868783"/>
              <a:gd name="connsiteX58" fmla="*/ 1524219 w 3693948"/>
              <a:gd name="connsiteY58" fmla="*/ 3162782 h 3868783"/>
              <a:gd name="connsiteX59" fmla="*/ 2206089 w 3693948"/>
              <a:gd name="connsiteY59" fmla="*/ 2478821 h 3868783"/>
              <a:gd name="connsiteX60" fmla="*/ 2404610 w 3693948"/>
              <a:gd name="connsiteY60" fmla="*/ 2279696 h 3868783"/>
              <a:gd name="connsiteX61" fmla="*/ 460001 w 3693948"/>
              <a:gd name="connsiteY61" fmla="*/ 2279696 h 3868783"/>
              <a:gd name="connsiteX62" fmla="*/ 116162 w 3693948"/>
              <a:gd name="connsiteY62" fmla="*/ 1933926 h 3868783"/>
              <a:gd name="connsiteX63" fmla="*/ 460001 w 3693948"/>
              <a:gd name="connsiteY63" fmla="*/ 1588738 h 3868783"/>
              <a:gd name="connsiteX64" fmla="*/ 2404261 w 3693948"/>
              <a:gd name="connsiteY64" fmla="*/ 1588738 h 3868783"/>
              <a:gd name="connsiteX65" fmla="*/ 2206147 w 3693948"/>
              <a:gd name="connsiteY65" fmla="*/ 1389672 h 3868783"/>
              <a:gd name="connsiteX66" fmla="*/ 1524102 w 3693948"/>
              <a:gd name="connsiteY66" fmla="*/ 704369 h 3868783"/>
              <a:gd name="connsiteX67" fmla="*/ 1423680 w 3693948"/>
              <a:gd name="connsiteY67" fmla="*/ 460697 h 3868783"/>
              <a:gd name="connsiteX68" fmla="*/ 1524277 w 3693948"/>
              <a:gd name="connsiteY68" fmla="*/ 216908 h 3868783"/>
              <a:gd name="connsiteX69" fmla="*/ 1767345 w 3693948"/>
              <a:gd name="connsiteY69" fmla="*/ 116384 h 3868783"/>
              <a:gd name="connsiteX70" fmla="*/ 1767345 w 3693948"/>
              <a:gd name="connsiteY70" fmla="*/ 0 h 3868783"/>
              <a:gd name="connsiteX71" fmla="*/ 1442150 w 3693948"/>
              <a:gd name="connsiteY71" fmla="*/ 134693 h 3868783"/>
              <a:gd name="connsiteX72" fmla="*/ 1442150 w 3693948"/>
              <a:gd name="connsiteY72" fmla="*/ 787168 h 3868783"/>
              <a:gd name="connsiteX73" fmla="*/ 2124021 w 3693948"/>
              <a:gd name="connsiteY73" fmla="*/ 1472295 h 3868783"/>
              <a:gd name="connsiteX74" fmla="*/ 460001 w 3693948"/>
              <a:gd name="connsiteY74" fmla="*/ 1472295 h 3868783"/>
              <a:gd name="connsiteX75" fmla="*/ 0 w 3693948"/>
              <a:gd name="connsiteY75" fmla="*/ 1934100 h 3868783"/>
              <a:gd name="connsiteX76" fmla="*/ 460001 w 3693948"/>
              <a:gd name="connsiteY76" fmla="*/ 2396489 h 3868783"/>
              <a:gd name="connsiteX77" fmla="*/ 2124021 w 3693948"/>
              <a:gd name="connsiteY77" fmla="*/ 2396489 h 3868783"/>
              <a:gd name="connsiteX78" fmla="*/ 1442150 w 3693948"/>
              <a:gd name="connsiteY78" fmla="*/ 3080450 h 3868783"/>
              <a:gd name="connsiteX79" fmla="*/ 1442150 w 3693948"/>
              <a:gd name="connsiteY79" fmla="*/ 3734091 h 3868783"/>
              <a:gd name="connsiteX80" fmla="*/ 1767403 w 3693948"/>
              <a:gd name="connsiteY80" fmla="*/ 3868784 h 3868783"/>
              <a:gd name="connsiteX81" fmla="*/ 2092657 w 3693948"/>
              <a:gd name="connsiteY81" fmla="*/ 3734091 h 3868783"/>
              <a:gd name="connsiteX82" fmla="*/ 3554555 w 3693948"/>
              <a:gd name="connsiteY82" fmla="*/ 2265877 h 3868783"/>
              <a:gd name="connsiteX83" fmla="*/ 3552812 w 3693948"/>
              <a:gd name="connsiteY83" fmla="*/ 2267044 h 3868783"/>
              <a:gd name="connsiteX84" fmla="*/ 3553393 w 3693948"/>
              <a:gd name="connsiteY84" fmla="*/ 2265877 h 3868783"/>
              <a:gd name="connsiteX85" fmla="*/ 3584757 w 3693948"/>
              <a:gd name="connsiteY85" fmla="*/ 2232641 h 3868783"/>
              <a:gd name="connsiteX86" fmla="*/ 3589403 w 3693948"/>
              <a:gd name="connsiteY86" fmla="*/ 2226810 h 3868783"/>
              <a:gd name="connsiteX87" fmla="*/ 3602181 w 3693948"/>
              <a:gd name="connsiteY87" fmla="*/ 2210484 h 3868783"/>
              <a:gd name="connsiteX88" fmla="*/ 3621347 w 3693948"/>
              <a:gd name="connsiteY88" fmla="*/ 2183079 h 3868783"/>
              <a:gd name="connsiteX89" fmla="*/ 3630060 w 3693948"/>
              <a:gd name="connsiteY89" fmla="*/ 2169668 h 3868783"/>
              <a:gd name="connsiteX90" fmla="*/ 3630640 w 3693948"/>
              <a:gd name="connsiteY90" fmla="*/ 2169085 h 3868783"/>
              <a:gd name="connsiteX91" fmla="*/ 3641676 w 3693948"/>
              <a:gd name="connsiteY91" fmla="*/ 2148677 h 3868783"/>
              <a:gd name="connsiteX92" fmla="*/ 3647484 w 3693948"/>
              <a:gd name="connsiteY92" fmla="*/ 2138181 h 3868783"/>
              <a:gd name="connsiteX93" fmla="*/ 3649807 w 3693948"/>
              <a:gd name="connsiteY93" fmla="*/ 2131767 h 3868783"/>
              <a:gd name="connsiteX94" fmla="*/ 3656196 w 3693948"/>
              <a:gd name="connsiteY94" fmla="*/ 2118356 h 3868783"/>
              <a:gd name="connsiteX95" fmla="*/ 3659100 w 3693948"/>
              <a:gd name="connsiteY95" fmla="*/ 2111359 h 3868783"/>
              <a:gd name="connsiteX96" fmla="*/ 3661423 w 3693948"/>
              <a:gd name="connsiteY96" fmla="*/ 2104362 h 3868783"/>
              <a:gd name="connsiteX97" fmla="*/ 3663747 w 3693948"/>
              <a:gd name="connsiteY97" fmla="*/ 2100281 h 3868783"/>
              <a:gd name="connsiteX98" fmla="*/ 3665489 w 3693948"/>
              <a:gd name="connsiteY98" fmla="*/ 2095033 h 3868783"/>
              <a:gd name="connsiteX99" fmla="*/ 3677686 w 3693948"/>
              <a:gd name="connsiteY99" fmla="*/ 2055383 h 3868783"/>
              <a:gd name="connsiteX100" fmla="*/ 3678267 w 3693948"/>
              <a:gd name="connsiteY100" fmla="*/ 2054216 h 3868783"/>
              <a:gd name="connsiteX101" fmla="*/ 3685237 w 3693948"/>
              <a:gd name="connsiteY101" fmla="*/ 2022147 h 3868783"/>
              <a:gd name="connsiteX102" fmla="*/ 3688141 w 3693948"/>
              <a:gd name="connsiteY102" fmla="*/ 2006403 h 3868783"/>
              <a:gd name="connsiteX103" fmla="*/ 3688141 w 3693948"/>
              <a:gd name="connsiteY103" fmla="*/ 2004654 h 3868783"/>
              <a:gd name="connsiteX104" fmla="*/ 3692206 w 3693948"/>
              <a:gd name="connsiteY104" fmla="*/ 1975500 h 3868783"/>
              <a:gd name="connsiteX105" fmla="*/ 3692206 w 3693948"/>
              <a:gd name="connsiteY105" fmla="*/ 1973750 h 3868783"/>
              <a:gd name="connsiteX106" fmla="*/ 3693949 w 3693948"/>
              <a:gd name="connsiteY106" fmla="*/ 1934684 h 3868783"/>
              <a:gd name="connsiteX107" fmla="*/ 3662585 w 3693948"/>
              <a:gd name="connsiteY107" fmla="*/ 1765588 h 3868783"/>
              <a:gd name="connsiteX108" fmla="*/ 3659100 w 3693948"/>
              <a:gd name="connsiteY108" fmla="*/ 1756842 h 3868783"/>
              <a:gd name="connsiteX109" fmla="*/ 3656777 w 3693948"/>
              <a:gd name="connsiteY109" fmla="*/ 1751594 h 3868783"/>
              <a:gd name="connsiteX110" fmla="*/ 3613216 w 3693948"/>
              <a:gd name="connsiteY110" fmla="*/ 1672877 h 3868783"/>
              <a:gd name="connsiteX111" fmla="*/ 3589403 w 3693948"/>
              <a:gd name="connsiteY111" fmla="*/ 1640808 h 3868783"/>
              <a:gd name="connsiteX112" fmla="*/ 3560363 w 3693948"/>
              <a:gd name="connsiteY112" fmla="*/ 1609321 h 3868783"/>
              <a:gd name="connsiteX113" fmla="*/ 3552231 w 3693948"/>
              <a:gd name="connsiteY113" fmla="*/ 1601741 h 3868783"/>
              <a:gd name="connsiteX114" fmla="*/ 3544681 w 3693948"/>
              <a:gd name="connsiteY114" fmla="*/ 1594744 h 3868783"/>
              <a:gd name="connsiteX115" fmla="*/ 3538292 w 3693948"/>
              <a:gd name="connsiteY115" fmla="*/ 1588330 h 3868783"/>
              <a:gd name="connsiteX116" fmla="*/ 3544681 w 3693948"/>
              <a:gd name="connsiteY116" fmla="*/ 1593578 h 3868783"/>
              <a:gd name="connsiteX117" fmla="*/ 2092076 w 3693948"/>
              <a:gd name="connsiteY117" fmla="*/ 134693 h 3868783"/>
              <a:gd name="connsiteX118" fmla="*/ 1767345 w 3693948"/>
              <a:gd name="connsiteY118" fmla="*/ 0 h 3868783"/>
              <a:gd name="connsiteX119" fmla="*/ 1767345 w 3693948"/>
              <a:gd name="connsiteY119" fmla="*/ 0 h 3868783"/>
              <a:gd name="connsiteX120" fmla="*/ 3559782 w 3693948"/>
              <a:gd name="connsiteY120" fmla="*/ 2260630 h 3868783"/>
              <a:gd name="connsiteX121" fmla="*/ 3554555 w 3693948"/>
              <a:gd name="connsiteY121" fmla="*/ 2265877 h 3868783"/>
              <a:gd name="connsiteX122" fmla="*/ 3559782 w 3693948"/>
              <a:gd name="connsiteY122" fmla="*/ 2260630 h 3868783"/>
              <a:gd name="connsiteX123" fmla="*/ 3559782 w 3693948"/>
              <a:gd name="connsiteY123" fmla="*/ 2260630 h 3868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3693948" h="3868783">
                <a:moveTo>
                  <a:pt x="1767345" y="116617"/>
                </a:moveTo>
                <a:cubicBezTo>
                  <a:pt x="1859404" y="116617"/>
                  <a:pt x="1945538" y="152244"/>
                  <a:pt x="2009949" y="217142"/>
                </a:cubicBezTo>
                <a:lnTo>
                  <a:pt x="3462554" y="1676026"/>
                </a:lnTo>
                <a:lnTo>
                  <a:pt x="3462612" y="1676026"/>
                </a:lnTo>
                <a:cubicBezTo>
                  <a:pt x="3462264" y="1675501"/>
                  <a:pt x="3461915" y="1675093"/>
                  <a:pt x="3461509" y="1674627"/>
                </a:cubicBezTo>
                <a:lnTo>
                  <a:pt x="3462612" y="1675910"/>
                </a:lnTo>
                <a:lnTo>
                  <a:pt x="3484625" y="1653811"/>
                </a:lnTo>
                <a:lnTo>
                  <a:pt x="3467665" y="1680866"/>
                </a:lnTo>
                <a:cubicBezTo>
                  <a:pt x="3466910" y="1680283"/>
                  <a:pt x="3466097" y="1679641"/>
                  <a:pt x="3465342" y="1679058"/>
                </a:cubicBezTo>
                <a:lnTo>
                  <a:pt x="3465632" y="1679408"/>
                </a:lnTo>
                <a:cubicBezTo>
                  <a:pt x="3465632" y="1679408"/>
                  <a:pt x="3465400" y="1679117"/>
                  <a:pt x="3465284" y="1679000"/>
                </a:cubicBezTo>
                <a:cubicBezTo>
                  <a:pt x="3462206" y="1676493"/>
                  <a:pt x="3459360" y="1673927"/>
                  <a:pt x="3456804" y="1671128"/>
                </a:cubicBezTo>
                <a:cubicBezTo>
                  <a:pt x="3458605" y="1673111"/>
                  <a:pt x="3460463" y="1675093"/>
                  <a:pt x="3462496" y="1677134"/>
                </a:cubicBezTo>
                <a:lnTo>
                  <a:pt x="3468769" y="1683023"/>
                </a:lnTo>
                <a:lnTo>
                  <a:pt x="3471092" y="1685764"/>
                </a:lnTo>
                <a:lnTo>
                  <a:pt x="3477307" y="1690836"/>
                </a:lnTo>
                <a:lnTo>
                  <a:pt x="3478236" y="1691769"/>
                </a:lnTo>
                <a:cubicBezTo>
                  <a:pt x="3485845" y="1699350"/>
                  <a:pt x="3492640" y="1707046"/>
                  <a:pt x="3500017" y="1715385"/>
                </a:cubicBezTo>
                <a:cubicBezTo>
                  <a:pt x="3505941" y="1722965"/>
                  <a:pt x="3511807" y="1730661"/>
                  <a:pt x="3517557" y="1739058"/>
                </a:cubicBezTo>
                <a:cubicBezTo>
                  <a:pt x="3530102" y="1757309"/>
                  <a:pt x="3541138" y="1777192"/>
                  <a:pt x="3550256" y="1798241"/>
                </a:cubicBezTo>
                <a:lnTo>
                  <a:pt x="3551476" y="1800865"/>
                </a:lnTo>
                <a:cubicBezTo>
                  <a:pt x="3552638" y="1803897"/>
                  <a:pt x="3553799" y="1806929"/>
                  <a:pt x="3555019" y="1809728"/>
                </a:cubicBezTo>
                <a:cubicBezTo>
                  <a:pt x="3570062" y="1849553"/>
                  <a:pt x="3577729" y="1891535"/>
                  <a:pt x="3577729" y="1934567"/>
                </a:cubicBezTo>
                <a:cubicBezTo>
                  <a:pt x="3577729" y="1939698"/>
                  <a:pt x="3577613" y="1944888"/>
                  <a:pt x="3577380" y="1950135"/>
                </a:cubicBezTo>
                <a:lnTo>
                  <a:pt x="3577380" y="1950135"/>
                </a:lnTo>
                <a:cubicBezTo>
                  <a:pt x="3577380" y="1950135"/>
                  <a:pt x="3573663" y="1984538"/>
                  <a:pt x="3573663" y="1984538"/>
                </a:cubicBezTo>
                <a:lnTo>
                  <a:pt x="3568610" y="2012934"/>
                </a:lnTo>
                <a:lnTo>
                  <a:pt x="3565299" y="2025762"/>
                </a:lnTo>
                <a:cubicBezTo>
                  <a:pt x="3563034" y="2034450"/>
                  <a:pt x="3560479" y="2043080"/>
                  <a:pt x="3557052" y="2052992"/>
                </a:cubicBezTo>
                <a:lnTo>
                  <a:pt x="3551709" y="2063721"/>
                </a:lnTo>
                <a:lnTo>
                  <a:pt x="3550605" y="2068269"/>
                </a:lnTo>
                <a:lnTo>
                  <a:pt x="3549327" y="2070834"/>
                </a:lnTo>
                <a:lnTo>
                  <a:pt x="3548398" y="2074625"/>
                </a:lnTo>
                <a:lnTo>
                  <a:pt x="3548282" y="2074974"/>
                </a:lnTo>
                <a:lnTo>
                  <a:pt x="3543461" y="2083487"/>
                </a:lnTo>
                <a:lnTo>
                  <a:pt x="3541544" y="2089202"/>
                </a:lnTo>
                <a:lnTo>
                  <a:pt x="3541022" y="2089960"/>
                </a:lnTo>
                <a:lnTo>
                  <a:pt x="3537769" y="2096432"/>
                </a:lnTo>
                <a:cubicBezTo>
                  <a:pt x="3536317" y="2099348"/>
                  <a:pt x="3534865" y="2102146"/>
                  <a:pt x="3533297" y="2104945"/>
                </a:cubicBezTo>
                <a:lnTo>
                  <a:pt x="3531264" y="2108210"/>
                </a:lnTo>
                <a:cubicBezTo>
                  <a:pt x="3529812" y="2110543"/>
                  <a:pt x="3528360" y="2112933"/>
                  <a:pt x="3526966" y="2115033"/>
                </a:cubicBezTo>
                <a:lnTo>
                  <a:pt x="3524817" y="2118006"/>
                </a:lnTo>
                <a:lnTo>
                  <a:pt x="3522842" y="2121155"/>
                </a:lnTo>
                <a:cubicBezTo>
                  <a:pt x="3519358" y="2126753"/>
                  <a:pt x="3515582" y="2132350"/>
                  <a:pt x="3511400" y="2137598"/>
                </a:cubicBezTo>
                <a:lnTo>
                  <a:pt x="3509077" y="2140513"/>
                </a:lnTo>
                <a:lnTo>
                  <a:pt x="3506928" y="2143604"/>
                </a:lnTo>
                <a:cubicBezTo>
                  <a:pt x="3505534" y="2145645"/>
                  <a:pt x="3504140" y="2147452"/>
                  <a:pt x="3502572" y="2149260"/>
                </a:cubicBezTo>
                <a:lnTo>
                  <a:pt x="3499494" y="2152700"/>
                </a:lnTo>
                <a:lnTo>
                  <a:pt x="3496706" y="2156373"/>
                </a:lnTo>
                <a:lnTo>
                  <a:pt x="3496474" y="2156665"/>
                </a:lnTo>
                <a:lnTo>
                  <a:pt x="3496183" y="2157015"/>
                </a:lnTo>
                <a:cubicBezTo>
                  <a:pt x="3489039" y="2165411"/>
                  <a:pt x="3481431" y="2173516"/>
                  <a:pt x="3473473" y="2181096"/>
                </a:cubicBezTo>
                <a:lnTo>
                  <a:pt x="3437173" y="2215615"/>
                </a:lnTo>
                <a:lnTo>
                  <a:pt x="3437173" y="2218647"/>
                </a:lnTo>
                <a:lnTo>
                  <a:pt x="2010472" y="3651526"/>
                </a:lnTo>
                <a:cubicBezTo>
                  <a:pt x="1945886" y="3716365"/>
                  <a:pt x="1859520" y="3752050"/>
                  <a:pt x="1767345" y="3752050"/>
                </a:cubicBezTo>
                <a:cubicBezTo>
                  <a:pt x="1675171" y="3752050"/>
                  <a:pt x="1588805" y="3716365"/>
                  <a:pt x="1524102" y="3651351"/>
                </a:cubicBezTo>
                <a:cubicBezTo>
                  <a:pt x="1459400" y="3586628"/>
                  <a:pt x="1423738" y="3500040"/>
                  <a:pt x="1423680" y="3407621"/>
                </a:cubicBezTo>
                <a:cubicBezTo>
                  <a:pt x="1423622" y="3314910"/>
                  <a:pt x="1459342" y="3227913"/>
                  <a:pt x="1524219" y="3162782"/>
                </a:cubicBezTo>
                <a:lnTo>
                  <a:pt x="2206089" y="2478821"/>
                </a:lnTo>
                <a:lnTo>
                  <a:pt x="2404610" y="2279696"/>
                </a:lnTo>
                <a:lnTo>
                  <a:pt x="460001" y="2279696"/>
                </a:lnTo>
                <a:cubicBezTo>
                  <a:pt x="270367" y="2279696"/>
                  <a:pt x="116162" y="2124595"/>
                  <a:pt x="116162" y="1933926"/>
                </a:cubicBezTo>
                <a:cubicBezTo>
                  <a:pt x="116162" y="1743256"/>
                  <a:pt x="270425" y="1588738"/>
                  <a:pt x="460001" y="1588738"/>
                </a:cubicBezTo>
                <a:lnTo>
                  <a:pt x="2404261" y="1588738"/>
                </a:lnTo>
                <a:lnTo>
                  <a:pt x="2206147" y="1389672"/>
                </a:lnTo>
                <a:lnTo>
                  <a:pt x="1524102" y="704369"/>
                </a:lnTo>
                <a:cubicBezTo>
                  <a:pt x="1459342" y="639530"/>
                  <a:pt x="1423680" y="553000"/>
                  <a:pt x="1423680" y="460697"/>
                </a:cubicBezTo>
                <a:cubicBezTo>
                  <a:pt x="1423680" y="368395"/>
                  <a:pt x="1459342" y="281864"/>
                  <a:pt x="1524277" y="216908"/>
                </a:cubicBezTo>
                <a:cubicBezTo>
                  <a:pt x="1588863" y="152069"/>
                  <a:pt x="1675171" y="116384"/>
                  <a:pt x="1767345" y="116384"/>
                </a:cubicBezTo>
                <a:moveTo>
                  <a:pt x="1767345" y="0"/>
                </a:moveTo>
                <a:cubicBezTo>
                  <a:pt x="1649499" y="0"/>
                  <a:pt x="1531595" y="44898"/>
                  <a:pt x="1442150" y="134693"/>
                </a:cubicBezTo>
                <a:cubicBezTo>
                  <a:pt x="1262680" y="314284"/>
                  <a:pt x="1262680" y="607577"/>
                  <a:pt x="1442150" y="787168"/>
                </a:cubicBezTo>
                <a:lnTo>
                  <a:pt x="2124021" y="1472295"/>
                </a:lnTo>
                <a:lnTo>
                  <a:pt x="460001" y="1472295"/>
                </a:lnTo>
                <a:cubicBezTo>
                  <a:pt x="206768" y="1472295"/>
                  <a:pt x="0" y="1680458"/>
                  <a:pt x="0" y="1934100"/>
                </a:cubicBezTo>
                <a:cubicBezTo>
                  <a:pt x="0" y="2187744"/>
                  <a:pt x="206768" y="2396489"/>
                  <a:pt x="460001" y="2396489"/>
                </a:cubicBezTo>
                <a:lnTo>
                  <a:pt x="2124021" y="2396489"/>
                </a:lnTo>
                <a:lnTo>
                  <a:pt x="1442150" y="3080450"/>
                </a:lnTo>
                <a:cubicBezTo>
                  <a:pt x="1262680" y="3260624"/>
                  <a:pt x="1262680" y="3554500"/>
                  <a:pt x="1442150" y="3734091"/>
                </a:cubicBezTo>
                <a:cubicBezTo>
                  <a:pt x="1531595" y="3823887"/>
                  <a:pt x="1649499" y="3868784"/>
                  <a:pt x="1767403" y="3868784"/>
                </a:cubicBezTo>
                <a:cubicBezTo>
                  <a:pt x="1885308" y="3868784"/>
                  <a:pt x="2003212" y="3823887"/>
                  <a:pt x="2092657" y="3734091"/>
                </a:cubicBezTo>
                <a:lnTo>
                  <a:pt x="3554555" y="2265877"/>
                </a:lnTo>
                <a:cubicBezTo>
                  <a:pt x="3554032" y="2266285"/>
                  <a:pt x="3553451" y="2266694"/>
                  <a:pt x="3552812" y="2267044"/>
                </a:cubicBezTo>
                <a:cubicBezTo>
                  <a:pt x="3553201" y="2266653"/>
                  <a:pt x="3553393" y="2266268"/>
                  <a:pt x="3553393" y="2265877"/>
                </a:cubicBezTo>
                <a:cubicBezTo>
                  <a:pt x="3564428" y="2255382"/>
                  <a:pt x="3574883" y="2244303"/>
                  <a:pt x="3584757" y="2232641"/>
                </a:cubicBezTo>
                <a:cubicBezTo>
                  <a:pt x="3586499" y="2230892"/>
                  <a:pt x="3587661" y="2229143"/>
                  <a:pt x="3589403" y="2226810"/>
                </a:cubicBezTo>
                <a:cubicBezTo>
                  <a:pt x="3594050" y="2221563"/>
                  <a:pt x="3598115" y="2216315"/>
                  <a:pt x="3602181" y="2210484"/>
                </a:cubicBezTo>
                <a:cubicBezTo>
                  <a:pt x="3609151" y="2201738"/>
                  <a:pt x="3615539" y="2192408"/>
                  <a:pt x="3621347" y="2183079"/>
                </a:cubicBezTo>
                <a:cubicBezTo>
                  <a:pt x="3624252" y="2178997"/>
                  <a:pt x="3627156" y="2174333"/>
                  <a:pt x="3630060" y="2169668"/>
                </a:cubicBezTo>
                <a:lnTo>
                  <a:pt x="3630640" y="2169085"/>
                </a:lnTo>
                <a:cubicBezTo>
                  <a:pt x="3634706" y="2162088"/>
                  <a:pt x="3638191" y="2155674"/>
                  <a:pt x="3641676" y="2148677"/>
                </a:cubicBezTo>
                <a:cubicBezTo>
                  <a:pt x="3643999" y="2145178"/>
                  <a:pt x="3645742" y="2141680"/>
                  <a:pt x="3647484" y="2138181"/>
                </a:cubicBezTo>
                <a:cubicBezTo>
                  <a:pt x="3648065" y="2135849"/>
                  <a:pt x="3649227" y="2133516"/>
                  <a:pt x="3649807" y="2131767"/>
                </a:cubicBezTo>
                <a:cubicBezTo>
                  <a:pt x="3652131" y="2127686"/>
                  <a:pt x="3654454" y="2123021"/>
                  <a:pt x="3656196" y="2118356"/>
                </a:cubicBezTo>
                <a:cubicBezTo>
                  <a:pt x="3657358" y="2116024"/>
                  <a:pt x="3658519" y="2113691"/>
                  <a:pt x="3659100" y="2111359"/>
                </a:cubicBezTo>
                <a:cubicBezTo>
                  <a:pt x="3660262" y="2109027"/>
                  <a:pt x="3660843" y="2106695"/>
                  <a:pt x="3661423" y="2104362"/>
                </a:cubicBezTo>
                <a:cubicBezTo>
                  <a:pt x="3662004" y="2103196"/>
                  <a:pt x="3663166" y="2102030"/>
                  <a:pt x="3663747" y="2100281"/>
                </a:cubicBezTo>
                <a:cubicBezTo>
                  <a:pt x="3664327" y="2098531"/>
                  <a:pt x="3664908" y="2096782"/>
                  <a:pt x="3665489" y="2095033"/>
                </a:cubicBezTo>
                <a:cubicBezTo>
                  <a:pt x="3670135" y="2082205"/>
                  <a:pt x="3674201" y="2068794"/>
                  <a:pt x="3677686" y="2055383"/>
                </a:cubicBezTo>
                <a:cubicBezTo>
                  <a:pt x="3678267" y="2054800"/>
                  <a:pt x="3678267" y="2054216"/>
                  <a:pt x="3678267" y="2054216"/>
                </a:cubicBezTo>
                <a:cubicBezTo>
                  <a:pt x="3681171" y="2043721"/>
                  <a:pt x="3683494" y="2032642"/>
                  <a:pt x="3685237" y="2022147"/>
                </a:cubicBezTo>
                <a:cubicBezTo>
                  <a:pt x="3686398" y="2016899"/>
                  <a:pt x="3687560" y="2011651"/>
                  <a:pt x="3688141" y="2006403"/>
                </a:cubicBezTo>
                <a:cubicBezTo>
                  <a:pt x="3688721" y="2005820"/>
                  <a:pt x="3688721" y="2005237"/>
                  <a:pt x="3688141" y="2004654"/>
                </a:cubicBezTo>
                <a:cubicBezTo>
                  <a:pt x="3689883" y="1994742"/>
                  <a:pt x="3691045" y="1984829"/>
                  <a:pt x="3692206" y="1975500"/>
                </a:cubicBezTo>
                <a:lnTo>
                  <a:pt x="3692206" y="1973750"/>
                </a:lnTo>
                <a:cubicBezTo>
                  <a:pt x="3693368" y="1960923"/>
                  <a:pt x="3693949" y="1947512"/>
                  <a:pt x="3693949" y="1934684"/>
                </a:cubicBezTo>
                <a:cubicBezTo>
                  <a:pt x="3693949" y="1876958"/>
                  <a:pt x="3683494" y="1819815"/>
                  <a:pt x="3662585" y="1765588"/>
                </a:cubicBezTo>
                <a:cubicBezTo>
                  <a:pt x="3661423" y="1763256"/>
                  <a:pt x="3660262" y="1759757"/>
                  <a:pt x="3659100" y="1756842"/>
                </a:cubicBezTo>
                <a:cubicBezTo>
                  <a:pt x="3658519" y="1755093"/>
                  <a:pt x="3657939" y="1753927"/>
                  <a:pt x="3656777" y="1751594"/>
                </a:cubicBezTo>
                <a:cubicBezTo>
                  <a:pt x="3644580" y="1723606"/>
                  <a:pt x="3630060" y="1697367"/>
                  <a:pt x="3613216" y="1672877"/>
                </a:cubicBezTo>
                <a:cubicBezTo>
                  <a:pt x="3605666" y="1661799"/>
                  <a:pt x="3597534" y="1651303"/>
                  <a:pt x="3589403" y="1640808"/>
                </a:cubicBezTo>
                <a:cubicBezTo>
                  <a:pt x="3580110" y="1630312"/>
                  <a:pt x="3570817" y="1619817"/>
                  <a:pt x="3560363" y="1609321"/>
                </a:cubicBezTo>
                <a:cubicBezTo>
                  <a:pt x="3558039" y="1606405"/>
                  <a:pt x="3555135" y="1604073"/>
                  <a:pt x="3552231" y="1601741"/>
                </a:cubicBezTo>
                <a:cubicBezTo>
                  <a:pt x="3549908" y="1598825"/>
                  <a:pt x="3547585" y="1597076"/>
                  <a:pt x="3544681" y="1594744"/>
                </a:cubicBezTo>
                <a:cubicBezTo>
                  <a:pt x="3542358" y="1592411"/>
                  <a:pt x="3540615" y="1590079"/>
                  <a:pt x="3538292" y="1588330"/>
                </a:cubicBezTo>
                <a:cubicBezTo>
                  <a:pt x="3540615" y="1589496"/>
                  <a:pt x="3542358" y="1591828"/>
                  <a:pt x="3544681" y="1593578"/>
                </a:cubicBezTo>
                <a:lnTo>
                  <a:pt x="2092076" y="134693"/>
                </a:lnTo>
                <a:cubicBezTo>
                  <a:pt x="2002922" y="44898"/>
                  <a:pt x="1885192" y="0"/>
                  <a:pt x="1767345" y="0"/>
                </a:cubicBezTo>
                <a:lnTo>
                  <a:pt x="1767345" y="0"/>
                </a:lnTo>
                <a:close/>
                <a:moveTo>
                  <a:pt x="3559782" y="2260630"/>
                </a:moveTo>
                <a:lnTo>
                  <a:pt x="3554555" y="2265877"/>
                </a:lnTo>
                <a:cubicBezTo>
                  <a:pt x="3556645" y="2264303"/>
                  <a:pt x="3558388" y="2262437"/>
                  <a:pt x="3559782" y="2260630"/>
                </a:cubicBezTo>
                <a:lnTo>
                  <a:pt x="3559782" y="226063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FA91AFC-1F4E-9AE4-C7B7-4D3156DE298F}"/>
              </a:ext>
            </a:extLst>
          </p:cNvPr>
          <p:cNvSpPr/>
          <p:nvPr/>
        </p:nvSpPr>
        <p:spPr>
          <a:xfrm>
            <a:off x="10080279" y="3086522"/>
            <a:ext cx="8131" cy="7580"/>
          </a:xfrm>
          <a:custGeom>
            <a:avLst/>
            <a:gdLst>
              <a:gd name="connsiteX0" fmla="*/ 0 w 8131"/>
              <a:gd name="connsiteY0" fmla="*/ 0 h 7580"/>
              <a:gd name="connsiteX1" fmla="*/ 8131 w 8131"/>
              <a:gd name="connsiteY1" fmla="*/ 7580 h 7580"/>
              <a:gd name="connsiteX2" fmla="*/ 7551 w 8131"/>
              <a:gd name="connsiteY2" fmla="*/ 6414 h 7580"/>
              <a:gd name="connsiteX3" fmla="*/ 0 w 8131"/>
              <a:gd name="connsiteY3" fmla="*/ 0 h 7580"/>
              <a:gd name="connsiteX4" fmla="*/ 0 w 8131"/>
              <a:gd name="connsiteY4" fmla="*/ 0 h 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31" h="7580">
                <a:moveTo>
                  <a:pt x="0" y="0"/>
                </a:moveTo>
                <a:cubicBezTo>
                  <a:pt x="2904" y="2332"/>
                  <a:pt x="5808" y="4665"/>
                  <a:pt x="8131" y="7580"/>
                </a:cubicBezTo>
                <a:cubicBezTo>
                  <a:pt x="8131" y="7580"/>
                  <a:pt x="8131" y="6997"/>
                  <a:pt x="7551" y="6414"/>
                </a:cubicBezTo>
                <a:cubicBezTo>
                  <a:pt x="5227" y="4082"/>
                  <a:pt x="2904" y="1749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C9A2A3D-3D55-78D5-3D6B-775A3D947105}"/>
              </a:ext>
            </a:extLst>
          </p:cNvPr>
          <p:cNvSpPr/>
          <p:nvPr/>
        </p:nvSpPr>
        <p:spPr>
          <a:xfrm>
            <a:off x="10177855" y="3603138"/>
            <a:ext cx="6388" cy="13410"/>
          </a:xfrm>
          <a:custGeom>
            <a:avLst/>
            <a:gdLst>
              <a:gd name="connsiteX0" fmla="*/ 6389 w 6388"/>
              <a:gd name="connsiteY0" fmla="*/ 0 h 13410"/>
              <a:gd name="connsiteX1" fmla="*/ 3659 w 6388"/>
              <a:gd name="connsiteY1" fmla="*/ 6472 h 13410"/>
              <a:gd name="connsiteX2" fmla="*/ 4646 w 6388"/>
              <a:gd name="connsiteY2" fmla="*/ 4665 h 13410"/>
              <a:gd name="connsiteX3" fmla="*/ 6389 w 6388"/>
              <a:gd name="connsiteY3" fmla="*/ 0 h 13410"/>
              <a:gd name="connsiteX4" fmla="*/ 6389 w 6388"/>
              <a:gd name="connsiteY4" fmla="*/ 0 h 13410"/>
              <a:gd name="connsiteX5" fmla="*/ 3659 w 6388"/>
              <a:gd name="connsiteY5" fmla="*/ 6472 h 13410"/>
              <a:gd name="connsiteX6" fmla="*/ 1104 w 6388"/>
              <a:gd name="connsiteY6" fmla="*/ 11487 h 13410"/>
              <a:gd name="connsiteX7" fmla="*/ 3659 w 6388"/>
              <a:gd name="connsiteY7" fmla="*/ 6472 h 13410"/>
              <a:gd name="connsiteX8" fmla="*/ 3659 w 6388"/>
              <a:gd name="connsiteY8" fmla="*/ 6472 h 13410"/>
              <a:gd name="connsiteX9" fmla="*/ 1104 w 6388"/>
              <a:gd name="connsiteY9" fmla="*/ 11487 h 13410"/>
              <a:gd name="connsiteX10" fmla="*/ 0 w 6388"/>
              <a:gd name="connsiteY10" fmla="*/ 13411 h 13410"/>
              <a:gd name="connsiteX11" fmla="*/ 1104 w 6388"/>
              <a:gd name="connsiteY11" fmla="*/ 11487 h 13410"/>
              <a:gd name="connsiteX12" fmla="*/ 1104 w 6388"/>
              <a:gd name="connsiteY12" fmla="*/ 11487 h 13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88" h="13410">
                <a:moveTo>
                  <a:pt x="6389" y="0"/>
                </a:moveTo>
                <a:cubicBezTo>
                  <a:pt x="5576" y="2157"/>
                  <a:pt x="4646" y="4373"/>
                  <a:pt x="3659" y="6472"/>
                </a:cubicBezTo>
                <a:cubicBezTo>
                  <a:pt x="3950" y="5889"/>
                  <a:pt x="4298" y="5248"/>
                  <a:pt x="4646" y="4665"/>
                </a:cubicBezTo>
                <a:cubicBezTo>
                  <a:pt x="5227" y="2915"/>
                  <a:pt x="5808" y="1749"/>
                  <a:pt x="6389" y="0"/>
                </a:cubicBezTo>
                <a:lnTo>
                  <a:pt x="6389" y="0"/>
                </a:lnTo>
                <a:close/>
                <a:moveTo>
                  <a:pt x="3659" y="6472"/>
                </a:moveTo>
                <a:cubicBezTo>
                  <a:pt x="2730" y="8163"/>
                  <a:pt x="1975" y="9796"/>
                  <a:pt x="1104" y="11487"/>
                </a:cubicBezTo>
                <a:cubicBezTo>
                  <a:pt x="1975" y="9854"/>
                  <a:pt x="2846" y="8221"/>
                  <a:pt x="3659" y="6472"/>
                </a:cubicBezTo>
                <a:lnTo>
                  <a:pt x="3659" y="6472"/>
                </a:lnTo>
                <a:close/>
                <a:moveTo>
                  <a:pt x="1104" y="11487"/>
                </a:moveTo>
                <a:cubicBezTo>
                  <a:pt x="755" y="12128"/>
                  <a:pt x="407" y="12769"/>
                  <a:pt x="0" y="13411"/>
                </a:cubicBezTo>
                <a:cubicBezTo>
                  <a:pt x="407" y="12769"/>
                  <a:pt x="755" y="12128"/>
                  <a:pt x="1104" y="11487"/>
                </a:cubicBezTo>
                <a:lnTo>
                  <a:pt x="1104" y="1148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89D2AE1-199B-0AE5-BE24-63885BBA3363}"/>
              </a:ext>
            </a:extLst>
          </p:cNvPr>
          <p:cNvSpPr/>
          <p:nvPr/>
        </p:nvSpPr>
        <p:spPr>
          <a:xfrm>
            <a:off x="10187148" y="3585062"/>
            <a:ext cx="4646" cy="11078"/>
          </a:xfrm>
          <a:custGeom>
            <a:avLst/>
            <a:gdLst>
              <a:gd name="connsiteX0" fmla="*/ 4647 w 4646"/>
              <a:gd name="connsiteY0" fmla="*/ 0 h 11078"/>
              <a:gd name="connsiteX1" fmla="*/ 4647 w 4646"/>
              <a:gd name="connsiteY1" fmla="*/ 58 h 11078"/>
              <a:gd name="connsiteX2" fmla="*/ 4647 w 4646"/>
              <a:gd name="connsiteY2" fmla="*/ 0 h 11078"/>
              <a:gd name="connsiteX3" fmla="*/ 4647 w 4646"/>
              <a:gd name="connsiteY3" fmla="*/ 0 h 11078"/>
              <a:gd name="connsiteX4" fmla="*/ 4647 w 4646"/>
              <a:gd name="connsiteY4" fmla="*/ 117 h 11078"/>
              <a:gd name="connsiteX5" fmla="*/ 2323 w 4646"/>
              <a:gd name="connsiteY5" fmla="*/ 4082 h 11078"/>
              <a:gd name="connsiteX6" fmla="*/ 0 w 4646"/>
              <a:gd name="connsiteY6" fmla="*/ 11079 h 11078"/>
              <a:gd name="connsiteX7" fmla="*/ 4647 w 4646"/>
              <a:gd name="connsiteY7" fmla="*/ 117 h 11078"/>
              <a:gd name="connsiteX8" fmla="*/ 4647 w 4646"/>
              <a:gd name="connsiteY8" fmla="*/ 117 h 11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46" h="11078">
                <a:moveTo>
                  <a:pt x="4647" y="0"/>
                </a:moveTo>
                <a:cubicBezTo>
                  <a:pt x="4647" y="0"/>
                  <a:pt x="4647" y="0"/>
                  <a:pt x="4647" y="58"/>
                </a:cubicBezTo>
                <a:cubicBezTo>
                  <a:pt x="4647" y="58"/>
                  <a:pt x="4647" y="58"/>
                  <a:pt x="4647" y="0"/>
                </a:cubicBezTo>
                <a:lnTo>
                  <a:pt x="4647" y="0"/>
                </a:lnTo>
                <a:close/>
                <a:moveTo>
                  <a:pt x="4647" y="117"/>
                </a:moveTo>
                <a:cubicBezTo>
                  <a:pt x="4066" y="1807"/>
                  <a:pt x="2962" y="2974"/>
                  <a:pt x="2323" y="4082"/>
                </a:cubicBezTo>
                <a:cubicBezTo>
                  <a:pt x="1742" y="6414"/>
                  <a:pt x="1162" y="8746"/>
                  <a:pt x="0" y="11079"/>
                </a:cubicBezTo>
                <a:cubicBezTo>
                  <a:pt x="1742" y="7580"/>
                  <a:pt x="3485" y="3557"/>
                  <a:pt x="4647" y="117"/>
                </a:cubicBezTo>
                <a:lnTo>
                  <a:pt x="4647" y="11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49C4CBE-0353-65C1-234A-8E9136C22A7B}"/>
              </a:ext>
            </a:extLst>
          </p:cNvPr>
          <p:cNvSpPr/>
          <p:nvPr/>
        </p:nvSpPr>
        <p:spPr>
          <a:xfrm>
            <a:off x="10080279" y="3086522"/>
            <a:ext cx="8131" cy="7580"/>
          </a:xfrm>
          <a:custGeom>
            <a:avLst/>
            <a:gdLst>
              <a:gd name="connsiteX0" fmla="*/ 0 w 8131"/>
              <a:gd name="connsiteY0" fmla="*/ 0 h 7580"/>
              <a:gd name="connsiteX1" fmla="*/ 8131 w 8131"/>
              <a:gd name="connsiteY1" fmla="*/ 7580 h 7580"/>
              <a:gd name="connsiteX2" fmla="*/ 7551 w 8131"/>
              <a:gd name="connsiteY2" fmla="*/ 6414 h 7580"/>
              <a:gd name="connsiteX3" fmla="*/ 0 w 8131"/>
              <a:gd name="connsiteY3" fmla="*/ 0 h 7580"/>
              <a:gd name="connsiteX4" fmla="*/ 0 w 8131"/>
              <a:gd name="connsiteY4" fmla="*/ 0 h 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31" h="7580">
                <a:moveTo>
                  <a:pt x="0" y="0"/>
                </a:moveTo>
                <a:cubicBezTo>
                  <a:pt x="2904" y="2332"/>
                  <a:pt x="5808" y="4665"/>
                  <a:pt x="8131" y="7580"/>
                </a:cubicBezTo>
                <a:cubicBezTo>
                  <a:pt x="8131" y="7580"/>
                  <a:pt x="8131" y="6997"/>
                  <a:pt x="7551" y="6414"/>
                </a:cubicBezTo>
                <a:cubicBezTo>
                  <a:pt x="5227" y="4082"/>
                  <a:pt x="2904" y="1749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46B388F-6D55-0116-7D66-F70407E58082}"/>
              </a:ext>
            </a:extLst>
          </p:cNvPr>
          <p:cNvSpPr/>
          <p:nvPr/>
        </p:nvSpPr>
        <p:spPr>
          <a:xfrm>
            <a:off x="10177855" y="3603138"/>
            <a:ext cx="6388" cy="13410"/>
          </a:xfrm>
          <a:custGeom>
            <a:avLst/>
            <a:gdLst>
              <a:gd name="connsiteX0" fmla="*/ 6389 w 6388"/>
              <a:gd name="connsiteY0" fmla="*/ 0 h 13410"/>
              <a:gd name="connsiteX1" fmla="*/ 3659 w 6388"/>
              <a:gd name="connsiteY1" fmla="*/ 6472 h 13410"/>
              <a:gd name="connsiteX2" fmla="*/ 4646 w 6388"/>
              <a:gd name="connsiteY2" fmla="*/ 4665 h 13410"/>
              <a:gd name="connsiteX3" fmla="*/ 6389 w 6388"/>
              <a:gd name="connsiteY3" fmla="*/ 0 h 13410"/>
              <a:gd name="connsiteX4" fmla="*/ 6389 w 6388"/>
              <a:gd name="connsiteY4" fmla="*/ 0 h 13410"/>
              <a:gd name="connsiteX5" fmla="*/ 3659 w 6388"/>
              <a:gd name="connsiteY5" fmla="*/ 6472 h 13410"/>
              <a:gd name="connsiteX6" fmla="*/ 1104 w 6388"/>
              <a:gd name="connsiteY6" fmla="*/ 11487 h 13410"/>
              <a:gd name="connsiteX7" fmla="*/ 3659 w 6388"/>
              <a:gd name="connsiteY7" fmla="*/ 6472 h 13410"/>
              <a:gd name="connsiteX8" fmla="*/ 3659 w 6388"/>
              <a:gd name="connsiteY8" fmla="*/ 6472 h 13410"/>
              <a:gd name="connsiteX9" fmla="*/ 1104 w 6388"/>
              <a:gd name="connsiteY9" fmla="*/ 11487 h 13410"/>
              <a:gd name="connsiteX10" fmla="*/ 0 w 6388"/>
              <a:gd name="connsiteY10" fmla="*/ 13411 h 13410"/>
              <a:gd name="connsiteX11" fmla="*/ 1104 w 6388"/>
              <a:gd name="connsiteY11" fmla="*/ 11487 h 13410"/>
              <a:gd name="connsiteX12" fmla="*/ 1104 w 6388"/>
              <a:gd name="connsiteY12" fmla="*/ 11487 h 13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88" h="13410">
                <a:moveTo>
                  <a:pt x="6389" y="0"/>
                </a:moveTo>
                <a:cubicBezTo>
                  <a:pt x="5576" y="2157"/>
                  <a:pt x="4646" y="4373"/>
                  <a:pt x="3659" y="6472"/>
                </a:cubicBezTo>
                <a:cubicBezTo>
                  <a:pt x="3950" y="5889"/>
                  <a:pt x="4298" y="5248"/>
                  <a:pt x="4646" y="4665"/>
                </a:cubicBezTo>
                <a:cubicBezTo>
                  <a:pt x="5227" y="2915"/>
                  <a:pt x="5808" y="1749"/>
                  <a:pt x="6389" y="0"/>
                </a:cubicBezTo>
                <a:lnTo>
                  <a:pt x="6389" y="0"/>
                </a:lnTo>
                <a:close/>
                <a:moveTo>
                  <a:pt x="3659" y="6472"/>
                </a:moveTo>
                <a:cubicBezTo>
                  <a:pt x="2730" y="8163"/>
                  <a:pt x="1975" y="9796"/>
                  <a:pt x="1104" y="11487"/>
                </a:cubicBezTo>
                <a:cubicBezTo>
                  <a:pt x="1975" y="9854"/>
                  <a:pt x="2846" y="8221"/>
                  <a:pt x="3659" y="6472"/>
                </a:cubicBezTo>
                <a:lnTo>
                  <a:pt x="3659" y="6472"/>
                </a:lnTo>
                <a:close/>
                <a:moveTo>
                  <a:pt x="1104" y="11487"/>
                </a:moveTo>
                <a:cubicBezTo>
                  <a:pt x="755" y="12128"/>
                  <a:pt x="407" y="12769"/>
                  <a:pt x="0" y="13411"/>
                </a:cubicBezTo>
                <a:cubicBezTo>
                  <a:pt x="407" y="12769"/>
                  <a:pt x="755" y="12128"/>
                  <a:pt x="1104" y="11487"/>
                </a:cubicBezTo>
                <a:lnTo>
                  <a:pt x="1104" y="1148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B755530-7746-53B9-D7F6-4074D6F3914D}"/>
              </a:ext>
            </a:extLst>
          </p:cNvPr>
          <p:cNvSpPr/>
          <p:nvPr/>
        </p:nvSpPr>
        <p:spPr>
          <a:xfrm>
            <a:off x="10187148" y="3585062"/>
            <a:ext cx="4646" cy="11078"/>
          </a:xfrm>
          <a:custGeom>
            <a:avLst/>
            <a:gdLst>
              <a:gd name="connsiteX0" fmla="*/ 4647 w 4646"/>
              <a:gd name="connsiteY0" fmla="*/ 0 h 11078"/>
              <a:gd name="connsiteX1" fmla="*/ 4647 w 4646"/>
              <a:gd name="connsiteY1" fmla="*/ 58 h 11078"/>
              <a:gd name="connsiteX2" fmla="*/ 4647 w 4646"/>
              <a:gd name="connsiteY2" fmla="*/ 0 h 11078"/>
              <a:gd name="connsiteX3" fmla="*/ 4647 w 4646"/>
              <a:gd name="connsiteY3" fmla="*/ 0 h 11078"/>
              <a:gd name="connsiteX4" fmla="*/ 4647 w 4646"/>
              <a:gd name="connsiteY4" fmla="*/ 117 h 11078"/>
              <a:gd name="connsiteX5" fmla="*/ 2323 w 4646"/>
              <a:gd name="connsiteY5" fmla="*/ 4082 h 11078"/>
              <a:gd name="connsiteX6" fmla="*/ 0 w 4646"/>
              <a:gd name="connsiteY6" fmla="*/ 11079 h 11078"/>
              <a:gd name="connsiteX7" fmla="*/ 4647 w 4646"/>
              <a:gd name="connsiteY7" fmla="*/ 117 h 11078"/>
              <a:gd name="connsiteX8" fmla="*/ 4647 w 4646"/>
              <a:gd name="connsiteY8" fmla="*/ 117 h 11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46" h="11078">
                <a:moveTo>
                  <a:pt x="4647" y="0"/>
                </a:moveTo>
                <a:cubicBezTo>
                  <a:pt x="4647" y="0"/>
                  <a:pt x="4647" y="0"/>
                  <a:pt x="4647" y="58"/>
                </a:cubicBezTo>
                <a:cubicBezTo>
                  <a:pt x="4647" y="58"/>
                  <a:pt x="4647" y="58"/>
                  <a:pt x="4647" y="0"/>
                </a:cubicBezTo>
                <a:lnTo>
                  <a:pt x="4647" y="0"/>
                </a:lnTo>
                <a:close/>
                <a:moveTo>
                  <a:pt x="4647" y="117"/>
                </a:moveTo>
                <a:cubicBezTo>
                  <a:pt x="4066" y="1807"/>
                  <a:pt x="2962" y="2974"/>
                  <a:pt x="2323" y="4082"/>
                </a:cubicBezTo>
                <a:cubicBezTo>
                  <a:pt x="1742" y="6414"/>
                  <a:pt x="1162" y="8746"/>
                  <a:pt x="0" y="11079"/>
                </a:cubicBezTo>
                <a:cubicBezTo>
                  <a:pt x="1742" y="7580"/>
                  <a:pt x="3485" y="3557"/>
                  <a:pt x="4647" y="117"/>
                </a:cubicBezTo>
                <a:lnTo>
                  <a:pt x="4647" y="11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303C933-C639-89EE-B70D-204B069DFDB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20" name="Podtytuł 2">
            <a:extLst>
              <a:ext uri="{FF2B5EF4-FFF2-40B4-BE49-F238E27FC236}">
                <a16:creationId xmlns:a16="http://schemas.microsoft.com/office/drawing/2014/main" id="{85D5D572-245D-4E98-11A3-CDF57BDCF947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1" name="Graphic 18">
            <a:extLst>
              <a:ext uri="{FF2B5EF4-FFF2-40B4-BE49-F238E27FC236}">
                <a16:creationId xmlns:a16="http://schemas.microsoft.com/office/drawing/2014/main" id="{8DEBB77D-18E4-09F4-3B51-F1944F29144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22" name="Rechteck 1">
            <a:extLst>
              <a:ext uri="{FF2B5EF4-FFF2-40B4-BE49-F238E27FC236}">
                <a16:creationId xmlns:a16="http://schemas.microsoft.com/office/drawing/2014/main" id="{6EF81A77-3E73-20EE-33EC-38FD61402470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23" name="Podtytuł 2">
            <a:extLst>
              <a:ext uri="{FF2B5EF4-FFF2-40B4-BE49-F238E27FC236}">
                <a16:creationId xmlns:a16="http://schemas.microsoft.com/office/drawing/2014/main" id="{2A4187EC-38F6-BFD2-98D4-1717CFC9BF10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4" name="Graphic 18">
            <a:extLst>
              <a:ext uri="{FF2B5EF4-FFF2-40B4-BE49-F238E27FC236}">
                <a16:creationId xmlns:a16="http://schemas.microsoft.com/office/drawing/2014/main" id="{9665CF72-F214-3926-0413-06D5B7FD7C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147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on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19/06/2026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49DE295-6918-9FB1-6287-963A5B61425A}"/>
              </a:ext>
            </a:extLst>
          </p:cNvPr>
          <p:cNvSpPr/>
          <p:nvPr/>
        </p:nvSpPr>
        <p:spPr>
          <a:xfrm>
            <a:off x="6351476" y="1401076"/>
            <a:ext cx="3941627" cy="3941627"/>
          </a:xfrm>
          <a:custGeom>
            <a:avLst/>
            <a:gdLst>
              <a:gd name="connsiteX0" fmla="*/ 1970814 w 3941627"/>
              <a:gd name="connsiteY0" fmla="*/ 123764 h 3941627"/>
              <a:gd name="connsiteX1" fmla="*/ 3817864 w 3941627"/>
              <a:gd name="connsiteY1" fmla="*/ 1970814 h 3941627"/>
              <a:gd name="connsiteX2" fmla="*/ 1970814 w 3941627"/>
              <a:gd name="connsiteY2" fmla="*/ 3817864 h 3941627"/>
              <a:gd name="connsiteX3" fmla="*/ 123764 w 3941627"/>
              <a:gd name="connsiteY3" fmla="*/ 1970814 h 3941627"/>
              <a:gd name="connsiteX4" fmla="*/ 1970814 w 3941627"/>
              <a:gd name="connsiteY4" fmla="*/ 123764 h 3941627"/>
              <a:gd name="connsiteX5" fmla="*/ 1970814 w 3941627"/>
              <a:gd name="connsiteY5" fmla="*/ 0 h 3941627"/>
              <a:gd name="connsiteX6" fmla="*/ 0 w 3941627"/>
              <a:gd name="connsiteY6" fmla="*/ 1970814 h 3941627"/>
              <a:gd name="connsiteX7" fmla="*/ 1970814 w 3941627"/>
              <a:gd name="connsiteY7" fmla="*/ 3941628 h 3941627"/>
              <a:gd name="connsiteX8" fmla="*/ 3941628 w 3941627"/>
              <a:gd name="connsiteY8" fmla="*/ 1970814 h 3941627"/>
              <a:gd name="connsiteX9" fmla="*/ 1970814 w 3941627"/>
              <a:gd name="connsiteY9" fmla="*/ 0 h 3941627"/>
              <a:gd name="connsiteX10" fmla="*/ 1970814 w 3941627"/>
              <a:gd name="connsiteY10" fmla="*/ 0 h 3941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941627" h="3941627">
                <a:moveTo>
                  <a:pt x="1970814" y="123764"/>
                </a:moveTo>
                <a:cubicBezTo>
                  <a:pt x="2989266" y="123764"/>
                  <a:pt x="3817864" y="952362"/>
                  <a:pt x="3817864" y="1970814"/>
                </a:cubicBezTo>
                <a:cubicBezTo>
                  <a:pt x="3817864" y="2989266"/>
                  <a:pt x="2989266" y="3817864"/>
                  <a:pt x="1970814" y="3817864"/>
                </a:cubicBezTo>
                <a:cubicBezTo>
                  <a:pt x="952362" y="3817864"/>
                  <a:pt x="123764" y="2989328"/>
                  <a:pt x="123764" y="1970814"/>
                </a:cubicBezTo>
                <a:cubicBezTo>
                  <a:pt x="123764" y="952300"/>
                  <a:pt x="952362" y="123764"/>
                  <a:pt x="1970814" y="123764"/>
                </a:cubicBezTo>
                <a:moveTo>
                  <a:pt x="1970814" y="0"/>
                </a:moveTo>
                <a:cubicBezTo>
                  <a:pt x="882374" y="0"/>
                  <a:pt x="0" y="882374"/>
                  <a:pt x="0" y="1970814"/>
                </a:cubicBezTo>
                <a:cubicBezTo>
                  <a:pt x="0" y="3059254"/>
                  <a:pt x="882374" y="3941628"/>
                  <a:pt x="1970814" y="3941628"/>
                </a:cubicBezTo>
                <a:cubicBezTo>
                  <a:pt x="3059254" y="3941628"/>
                  <a:pt x="3941628" y="3059254"/>
                  <a:pt x="3941628" y="1970814"/>
                </a:cubicBezTo>
                <a:cubicBezTo>
                  <a:pt x="3941628" y="882374"/>
                  <a:pt x="3059316" y="0"/>
                  <a:pt x="1970814" y="0"/>
                </a:cubicBezTo>
                <a:lnTo>
                  <a:pt x="1970814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459A276-11FA-616E-90F1-0CAE1260FD68}"/>
              </a:ext>
            </a:extLst>
          </p:cNvPr>
          <p:cNvSpPr/>
          <p:nvPr/>
        </p:nvSpPr>
        <p:spPr>
          <a:xfrm>
            <a:off x="7195359" y="2244959"/>
            <a:ext cx="2253861" cy="2253861"/>
          </a:xfrm>
          <a:custGeom>
            <a:avLst/>
            <a:gdLst>
              <a:gd name="connsiteX0" fmla="*/ 1126931 w 2253861"/>
              <a:gd name="connsiteY0" fmla="*/ 123764 h 2253861"/>
              <a:gd name="connsiteX1" fmla="*/ 2130098 w 2253861"/>
              <a:gd name="connsiteY1" fmla="*/ 1126931 h 2253861"/>
              <a:gd name="connsiteX2" fmla="*/ 1126931 w 2253861"/>
              <a:gd name="connsiteY2" fmla="*/ 2130098 h 2253861"/>
              <a:gd name="connsiteX3" fmla="*/ 123764 w 2253861"/>
              <a:gd name="connsiteY3" fmla="*/ 1126931 h 2253861"/>
              <a:gd name="connsiteX4" fmla="*/ 1126931 w 2253861"/>
              <a:gd name="connsiteY4" fmla="*/ 123764 h 2253861"/>
              <a:gd name="connsiteX5" fmla="*/ 1126931 w 2253861"/>
              <a:gd name="connsiteY5" fmla="*/ 0 h 2253861"/>
              <a:gd name="connsiteX6" fmla="*/ 0 w 2253861"/>
              <a:gd name="connsiteY6" fmla="*/ 1126931 h 2253861"/>
              <a:gd name="connsiteX7" fmla="*/ 1126931 w 2253861"/>
              <a:gd name="connsiteY7" fmla="*/ 2253862 h 2253861"/>
              <a:gd name="connsiteX8" fmla="*/ 2253862 w 2253861"/>
              <a:gd name="connsiteY8" fmla="*/ 1126931 h 2253861"/>
              <a:gd name="connsiteX9" fmla="*/ 1126931 w 2253861"/>
              <a:gd name="connsiteY9" fmla="*/ 0 h 2253861"/>
              <a:gd name="connsiteX10" fmla="*/ 1126931 w 2253861"/>
              <a:gd name="connsiteY10" fmla="*/ 0 h 2253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53861" h="2253861">
                <a:moveTo>
                  <a:pt x="1126931" y="123764"/>
                </a:moveTo>
                <a:cubicBezTo>
                  <a:pt x="1680093" y="123764"/>
                  <a:pt x="2130098" y="573769"/>
                  <a:pt x="2130098" y="1126931"/>
                </a:cubicBezTo>
                <a:cubicBezTo>
                  <a:pt x="2130098" y="1680093"/>
                  <a:pt x="1680093" y="2130098"/>
                  <a:pt x="1126931" y="2130098"/>
                </a:cubicBezTo>
                <a:cubicBezTo>
                  <a:pt x="573769" y="2130098"/>
                  <a:pt x="123764" y="1680093"/>
                  <a:pt x="123764" y="1126931"/>
                </a:cubicBezTo>
                <a:cubicBezTo>
                  <a:pt x="123764" y="573769"/>
                  <a:pt x="573769" y="123764"/>
                  <a:pt x="1126931" y="123764"/>
                </a:cubicBezTo>
                <a:moveTo>
                  <a:pt x="1126931" y="0"/>
                </a:moveTo>
                <a:cubicBezTo>
                  <a:pt x="504523" y="0"/>
                  <a:pt x="0" y="504523"/>
                  <a:pt x="0" y="1126931"/>
                </a:cubicBezTo>
                <a:cubicBezTo>
                  <a:pt x="0" y="1749339"/>
                  <a:pt x="504523" y="2253862"/>
                  <a:pt x="1126931" y="2253862"/>
                </a:cubicBezTo>
                <a:cubicBezTo>
                  <a:pt x="1749339" y="2253862"/>
                  <a:pt x="2253862" y="1749339"/>
                  <a:pt x="2253862" y="1126931"/>
                </a:cubicBezTo>
                <a:cubicBezTo>
                  <a:pt x="2253862" y="504523"/>
                  <a:pt x="1749339" y="0"/>
                  <a:pt x="1126931" y="0"/>
                </a:cubicBezTo>
                <a:lnTo>
                  <a:pt x="1126931" y="0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F59244A-6C8F-FF35-F3A9-54A04A9486FB}"/>
              </a:ext>
            </a:extLst>
          </p:cNvPr>
          <p:cNvSpPr/>
          <p:nvPr/>
        </p:nvSpPr>
        <p:spPr>
          <a:xfrm>
            <a:off x="7872656" y="2922318"/>
            <a:ext cx="899267" cy="899267"/>
          </a:xfrm>
          <a:custGeom>
            <a:avLst/>
            <a:gdLst>
              <a:gd name="connsiteX0" fmla="*/ 449634 w 899267"/>
              <a:gd name="connsiteY0" fmla="*/ 123764 h 899267"/>
              <a:gd name="connsiteX1" fmla="*/ 775504 w 899267"/>
              <a:gd name="connsiteY1" fmla="*/ 449634 h 899267"/>
              <a:gd name="connsiteX2" fmla="*/ 449634 w 899267"/>
              <a:gd name="connsiteY2" fmla="*/ 775504 h 899267"/>
              <a:gd name="connsiteX3" fmla="*/ 123764 w 899267"/>
              <a:gd name="connsiteY3" fmla="*/ 449634 h 899267"/>
              <a:gd name="connsiteX4" fmla="*/ 449634 w 899267"/>
              <a:gd name="connsiteY4" fmla="*/ 123764 h 899267"/>
              <a:gd name="connsiteX5" fmla="*/ 449634 w 899267"/>
              <a:gd name="connsiteY5" fmla="*/ 0 h 899267"/>
              <a:gd name="connsiteX6" fmla="*/ 0 w 899267"/>
              <a:gd name="connsiteY6" fmla="*/ 449634 h 899267"/>
              <a:gd name="connsiteX7" fmla="*/ 449634 w 899267"/>
              <a:gd name="connsiteY7" fmla="*/ 899268 h 899267"/>
              <a:gd name="connsiteX8" fmla="*/ 899267 w 899267"/>
              <a:gd name="connsiteY8" fmla="*/ 449634 h 899267"/>
              <a:gd name="connsiteX9" fmla="*/ 449634 w 899267"/>
              <a:gd name="connsiteY9" fmla="*/ 0 h 899267"/>
              <a:gd name="connsiteX10" fmla="*/ 449634 w 899267"/>
              <a:gd name="connsiteY10" fmla="*/ 0 h 899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99267" h="899267">
                <a:moveTo>
                  <a:pt x="449634" y="123764"/>
                </a:moveTo>
                <a:cubicBezTo>
                  <a:pt x="629339" y="123764"/>
                  <a:pt x="775504" y="269929"/>
                  <a:pt x="775504" y="449634"/>
                </a:cubicBezTo>
                <a:cubicBezTo>
                  <a:pt x="775504" y="629339"/>
                  <a:pt x="629339" y="775504"/>
                  <a:pt x="449634" y="775504"/>
                </a:cubicBezTo>
                <a:cubicBezTo>
                  <a:pt x="269929" y="775504"/>
                  <a:pt x="123764" y="629339"/>
                  <a:pt x="123764" y="449634"/>
                </a:cubicBezTo>
                <a:cubicBezTo>
                  <a:pt x="123764" y="269929"/>
                  <a:pt x="269929" y="123764"/>
                  <a:pt x="449634" y="123764"/>
                </a:cubicBezTo>
                <a:moveTo>
                  <a:pt x="449634" y="0"/>
                </a:moveTo>
                <a:cubicBezTo>
                  <a:pt x="201302" y="0"/>
                  <a:pt x="0" y="201302"/>
                  <a:pt x="0" y="449634"/>
                </a:cubicBezTo>
                <a:cubicBezTo>
                  <a:pt x="0" y="697966"/>
                  <a:pt x="201302" y="899268"/>
                  <a:pt x="449634" y="899268"/>
                </a:cubicBezTo>
                <a:cubicBezTo>
                  <a:pt x="697966" y="899268"/>
                  <a:pt x="899267" y="697966"/>
                  <a:pt x="899267" y="449634"/>
                </a:cubicBezTo>
                <a:cubicBezTo>
                  <a:pt x="899267" y="201302"/>
                  <a:pt x="697966" y="0"/>
                  <a:pt x="449634" y="0"/>
                </a:cubicBezTo>
                <a:lnTo>
                  <a:pt x="449634" y="0"/>
                </a:lnTo>
                <a:close/>
              </a:path>
            </a:pathLst>
          </a:cu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B06803F-022D-E08B-B639-4A32D75D9B17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584DD5C-35BD-E5D7-31DC-A4B55264F136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2" name="Graphic 18">
            <a:extLst>
              <a:ext uri="{FF2B5EF4-FFF2-40B4-BE49-F238E27FC236}">
                <a16:creationId xmlns:a16="http://schemas.microsoft.com/office/drawing/2014/main" id="{1A9529C8-AFEB-95BF-0DF2-2FB93F2DA06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Rechteck 1">
            <a:extLst>
              <a:ext uri="{FF2B5EF4-FFF2-40B4-BE49-F238E27FC236}">
                <a16:creationId xmlns:a16="http://schemas.microsoft.com/office/drawing/2014/main" id="{5AED4EEF-EF5E-0D6F-D253-2BF1C37D4A1F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15" name="Podtytuł 2">
            <a:extLst>
              <a:ext uri="{FF2B5EF4-FFF2-40B4-BE49-F238E27FC236}">
                <a16:creationId xmlns:a16="http://schemas.microsoft.com/office/drawing/2014/main" id="{C6DF60A4-DAD8-ABEA-3625-B7E02EFA074C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0" name="Graphic 18">
            <a:extLst>
              <a:ext uri="{FF2B5EF4-FFF2-40B4-BE49-F238E27FC236}">
                <a16:creationId xmlns:a16="http://schemas.microsoft.com/office/drawing/2014/main" id="{48737686-09C1-39EE-F2D6-642CE9B39B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801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ur Brand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E2BCA260-4D42-6897-F2F2-D8EEC3D27B3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7235927-9A50-EB86-034C-8D1B37B0465E}"/>
              </a:ext>
            </a:extLst>
          </p:cNvPr>
          <p:cNvSpPr/>
          <p:nvPr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10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F8AF07A-8328-45D1-B8F0-4A330E28C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68C23C0-1C99-915B-2FB4-2F9A5799728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6B17C78-4889-F17F-3301-157C04A24E5C}"/>
              </a:ext>
            </a:extLst>
          </p:cNvPr>
          <p:cNvSpPr txBox="1"/>
          <p:nvPr/>
        </p:nvSpPr>
        <p:spPr>
          <a:xfrm>
            <a:off x="479376" y="1765265"/>
            <a:ext cx="655272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sz="6600" dirty="0" err="1">
                <a:solidFill>
                  <a:schemeClr val="bg1"/>
                </a:solidFill>
              </a:rPr>
              <a:t>Connected</a:t>
            </a:r>
            <a:r>
              <a:rPr lang="de-CH" sz="6600" dirty="0">
                <a:solidFill>
                  <a:schemeClr val="bg1"/>
                </a:solidFill>
              </a:rPr>
              <a:t> </a:t>
            </a:r>
            <a:r>
              <a:rPr lang="de-CH" sz="6600" dirty="0" err="1">
                <a:solidFill>
                  <a:schemeClr val="bg1"/>
                </a:solidFill>
              </a:rPr>
              <a:t>life</a:t>
            </a:r>
            <a:r>
              <a:rPr lang="de-CH" sz="6600" dirty="0">
                <a:solidFill>
                  <a:schemeClr val="bg1"/>
                </a:solidFill>
              </a:rPr>
              <a:t>,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20616E-0E08-2793-5C1C-0C68EC314A75}"/>
              </a:ext>
            </a:extLst>
          </p:cNvPr>
          <p:cNvSpPr/>
          <p:nvPr/>
        </p:nvSpPr>
        <p:spPr bwMode="white">
          <a:xfrm>
            <a:off x="2783632" y="2780928"/>
            <a:ext cx="7272808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GB" sz="12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brighter.</a:t>
            </a:r>
          </a:p>
        </p:txBody>
      </p:sp>
      <p:pic>
        <p:nvPicPr>
          <p:cNvPr id="14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5282E6DA-62AC-DCD3-EA52-A408190A37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15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98857527-BCAA-CEBF-4E86-492DEBC34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16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7F9B32FC-2CCF-D706-7554-3C394B9AD0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17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ACED9EA-CA85-D97F-AEF0-36B8A85AFA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18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16CF7AC-CBF3-CEED-EE21-14E2BA24F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2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B63185F1-6A43-8499-86A5-713C7A7D6F0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18">
            <a:extLst>
              <a:ext uri="{FF2B5EF4-FFF2-40B4-BE49-F238E27FC236}">
                <a16:creationId xmlns:a16="http://schemas.microsoft.com/office/drawing/2014/main" id="{B9BC9A06-EF2F-E3DA-FB89-F18296D663C4}"/>
              </a:ext>
            </a:extLst>
          </p:cNvPr>
          <p:cNvSpPr/>
          <p:nvPr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4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2A07103-5452-768E-8A41-17FF58C539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DD04DB1C-BED2-16B6-BDF7-18D38DC87B9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6" name="TextBox 11">
            <a:extLst>
              <a:ext uri="{FF2B5EF4-FFF2-40B4-BE49-F238E27FC236}">
                <a16:creationId xmlns:a16="http://schemas.microsoft.com/office/drawing/2014/main" id="{6243B0B5-5FEB-9B61-E679-8C4F4DAB4503}"/>
              </a:ext>
            </a:extLst>
          </p:cNvPr>
          <p:cNvSpPr txBox="1"/>
          <p:nvPr/>
        </p:nvSpPr>
        <p:spPr>
          <a:xfrm>
            <a:off x="479376" y="1765265"/>
            <a:ext cx="655272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sz="6600" dirty="0" err="1">
                <a:solidFill>
                  <a:schemeClr val="bg1"/>
                </a:solidFill>
              </a:rPr>
              <a:t>Connected</a:t>
            </a:r>
            <a:r>
              <a:rPr lang="de-CH" sz="6600" dirty="0">
                <a:solidFill>
                  <a:schemeClr val="bg1"/>
                </a:solidFill>
              </a:rPr>
              <a:t> </a:t>
            </a:r>
            <a:r>
              <a:rPr lang="de-CH" sz="6600" dirty="0" err="1">
                <a:solidFill>
                  <a:schemeClr val="bg1"/>
                </a:solidFill>
              </a:rPr>
              <a:t>life</a:t>
            </a:r>
            <a:r>
              <a:rPr lang="de-CH" sz="6600" dirty="0">
                <a:solidFill>
                  <a:schemeClr val="bg1"/>
                </a:solidFill>
              </a:rPr>
              <a:t>,</a:t>
            </a: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A1CE3CC4-4EAD-2A17-70B7-7B3301E68AAF}"/>
              </a:ext>
            </a:extLst>
          </p:cNvPr>
          <p:cNvSpPr/>
          <p:nvPr/>
        </p:nvSpPr>
        <p:spPr bwMode="white">
          <a:xfrm>
            <a:off x="2783632" y="2780928"/>
            <a:ext cx="7272808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GB" sz="12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brighter.</a:t>
            </a:r>
          </a:p>
        </p:txBody>
      </p:sp>
      <p:pic>
        <p:nvPicPr>
          <p:cNvPr id="11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7F81D311-4F4D-244C-37A1-4E047209D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20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28DC3CEF-DB75-F8A2-5AD6-0C7A9CED9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21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EF99EE7-18A4-2862-5B30-AAF578747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22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E75B65CC-230C-6751-C675-03CE6E04D3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23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48F5CE5-8C78-B6D8-0C62-8B6EA43F1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24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FAECECCF-0D3E-3152-8D61-BA9DC1BBEA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Rectangle 18">
            <a:extLst>
              <a:ext uri="{FF2B5EF4-FFF2-40B4-BE49-F238E27FC236}">
                <a16:creationId xmlns:a16="http://schemas.microsoft.com/office/drawing/2014/main" id="{CDFFEA21-3DF0-5076-C4FF-F80B6849EA65}"/>
              </a:ext>
            </a:extLst>
          </p:cNvPr>
          <p:cNvSpPr/>
          <p:nvPr userDrawn="1"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26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20FB6D1-3DBC-3788-83CC-675C4382A3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27" name="Graphic 7">
            <a:extLst>
              <a:ext uri="{FF2B5EF4-FFF2-40B4-BE49-F238E27FC236}">
                <a16:creationId xmlns:a16="http://schemas.microsoft.com/office/drawing/2014/main" id="{5EEB19E4-BE29-4A87-AC24-96395EB54E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0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5270C39-687E-9AAC-C1F3-3F2C2207DA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31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8EE9DDC0-2438-ED68-E94D-8D9BF6CF82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32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6F9B5B1-D8CC-7A68-3973-D6A231AB2B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33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CF657AEC-9E6F-0CB1-47CD-D921F940FD4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34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05DA1B3-8D4D-4459-F8D9-6E0F63FBED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35" name="Picture 3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8EE30C54-6871-F6CE-1A1C-39E73C6089C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53" y="1765265"/>
            <a:ext cx="9822734" cy="308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418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6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age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/>
            </a:lvl1pPr>
          </a:lstStyle>
          <a:p>
            <a:r>
              <a:rPr lang="en-GB" noProof="0" dirty="0"/>
              <a:t>Title page Tahoma</a:t>
            </a:r>
            <a:br>
              <a:rPr lang="en-GB" noProof="0" dirty="0"/>
            </a:br>
            <a:r>
              <a:rPr lang="en-GB" noProof="0" dirty="0"/>
              <a:t>Regular 46pt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F38D8D8-3C83-D5BF-35A8-FC65663099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EA02D96-00F6-44C0-C8D8-682C01B4A6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6B1870-AC61-E2F1-B3F2-2A71A9CD162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825357B0-0EAB-921F-778F-4259F05175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1DEF8CD4-AC3E-A18F-4CF2-32A35E0B99C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10" name="Graphic 4">
            <a:extLst>
              <a:ext uri="{FF2B5EF4-FFF2-40B4-BE49-F238E27FC236}">
                <a16:creationId xmlns:a16="http://schemas.microsoft.com/office/drawing/2014/main" id="{48EA428B-8D4C-F86A-473B-07D2F0BF7E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8DE77133-20DA-0034-860B-1108ED1E002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14636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age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page Tahoma</a:t>
            </a:r>
            <a:br>
              <a:rPr lang="en-GB" noProof="0"/>
            </a:br>
            <a:r>
              <a:rPr lang="en-GB" noProof="0"/>
              <a:t>Regular 46pt</a:t>
            </a:r>
            <a:endParaRPr lang="en-GB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8B24DAA-140E-5460-44BB-0AB9F6F05A8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AB53D17-AD19-C4AA-65A3-8581E28F94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149011F5-C195-5B30-F285-E500B1B7A15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9" name="Graphic 4">
            <a:extLst>
              <a:ext uri="{FF2B5EF4-FFF2-40B4-BE49-F238E27FC236}">
                <a16:creationId xmlns:a16="http://schemas.microsoft.com/office/drawing/2014/main" id="{A188E4AB-E23E-7CE1-9D2E-DBBD0163A6C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45DB35F1-109E-F0C3-843C-62B49B5992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11" name="Graphic 4">
            <a:extLst>
              <a:ext uri="{FF2B5EF4-FFF2-40B4-BE49-F238E27FC236}">
                <a16:creationId xmlns:a16="http://schemas.microsoft.com/office/drawing/2014/main" id="{1B077F9E-4C64-A980-1511-14060FADFD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89382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l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AB53D17-AD19-C4AA-65A3-8581E28F94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27C7D86-013E-227B-04A0-F3F81FA429BD}"/>
              </a:ext>
            </a:extLst>
          </p:cNvPr>
          <p:cNvSpPr/>
          <p:nvPr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CA60CE4E-D4D6-8B89-A357-2FA9499E3FD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9194C185-11C5-DE5A-412F-A22FFB8AAFF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7" name="Rectangle 13">
            <a:extLst>
              <a:ext uri="{FF2B5EF4-FFF2-40B4-BE49-F238E27FC236}">
                <a16:creationId xmlns:a16="http://schemas.microsoft.com/office/drawing/2014/main" id="{8FE80282-0A73-8EDC-89D0-2A64BAE01EE9}"/>
              </a:ext>
            </a:extLst>
          </p:cNvPr>
          <p:cNvSpPr/>
          <p:nvPr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884EB802-C6CB-08EE-95CE-FAB77BB1BF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9" name="Graphic 4">
            <a:extLst>
              <a:ext uri="{FF2B5EF4-FFF2-40B4-BE49-F238E27FC236}">
                <a16:creationId xmlns:a16="http://schemas.microsoft.com/office/drawing/2014/main" id="{9373C2FA-E230-237F-09C8-B7E96681FA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10" name="Rectangle 13">
            <a:extLst>
              <a:ext uri="{FF2B5EF4-FFF2-40B4-BE49-F238E27FC236}">
                <a16:creationId xmlns:a16="http://schemas.microsoft.com/office/drawing/2014/main" id="{25627794-07DD-EF28-4C29-3C7BAB4EABBA}"/>
              </a:ext>
            </a:extLst>
          </p:cNvPr>
          <p:cNvSpPr/>
          <p:nvPr userDrawn="1"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27504825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page with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9CE2A31-FF39-4F0E-50FA-8381A00B59B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50081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page Tahoma</a:t>
            </a:r>
            <a:br>
              <a:rPr lang="en-GB" noProof="0"/>
            </a:br>
            <a:r>
              <a:rPr lang="en-GB" noProof="0"/>
              <a:t>Regular 46pt</a:t>
            </a:r>
            <a:endParaRPr lang="en-GB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141EDD3-1C1B-9CF2-9A6D-C1EEA468D3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1600" y="1791000"/>
            <a:ext cx="3679200" cy="3276000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en-US" dirty="0"/>
              <a:t> </a:t>
            </a:r>
            <a:endParaRPr lang="de-CH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FDDB8A81-EF60-A157-071A-9E447E42B39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21725D1A-B2EB-CD7B-1A08-5E609A93C3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73636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page The Bea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63877F06-C7CF-4E72-66F5-A16773F31F3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11668082-C103-04C4-615F-C4CF11CEB98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Title page Tahoma</a:t>
            </a:r>
            <a:br>
              <a:rPr lang="en-GB" noProof="0" dirty="0"/>
            </a:br>
            <a:r>
              <a:rPr lang="en-GB" noProof="0" dirty="0"/>
              <a:t>Regular 46pt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E2DAB89-A77F-21F4-3F02-CC99C8DF79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F38D8D8-3C83-D5BF-35A8-FC656630990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516A39E-CE5F-3E77-DF9A-5FC04D05DC8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12D14B0B-8754-B379-C376-7FE1FB336C3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2" name="Graphic 5">
            <a:extLst>
              <a:ext uri="{FF2B5EF4-FFF2-40B4-BE49-F238E27FC236}">
                <a16:creationId xmlns:a16="http://schemas.microsoft.com/office/drawing/2014/main" id="{60DF0103-D8DB-CE12-8134-A2927C18D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99557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2503AE8-87C8-7C42-87FF-B221056179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750" y="1563689"/>
            <a:ext cx="11366500" cy="4538661"/>
          </a:xfrm>
        </p:spPr>
        <p:txBody>
          <a:bodyPr numCol="2"/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600"/>
              </a:spcAft>
              <a:tabLst>
                <a:tab pos="5203825" algn="r"/>
              </a:tabLst>
              <a:defRPr/>
            </a:lvl1pPr>
            <a:lvl2pPr>
              <a:lnSpc>
                <a:spcPct val="170000"/>
              </a:lnSpc>
              <a:defRPr/>
            </a:lvl2pPr>
            <a:lvl3pPr>
              <a:lnSpc>
                <a:spcPct val="170000"/>
              </a:lnSpc>
              <a:defRPr/>
            </a:lvl3pPr>
            <a:lvl4pPr>
              <a:lnSpc>
                <a:spcPct val="170000"/>
              </a:lnSpc>
              <a:defRPr/>
            </a:lvl4pPr>
            <a:lvl5pPr>
              <a:lnSpc>
                <a:spcPct val="170000"/>
              </a:lnSpc>
              <a:defRPr/>
            </a:lvl5pPr>
          </a:lstStyle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  <a:endParaRPr lang="en-GB" dirty="0"/>
          </a:p>
        </p:txBody>
      </p:sp>
      <p:sp>
        <p:nvSpPr>
          <p:cNvPr id="25" name="Tytuł 1">
            <a:extLst>
              <a:ext uri="{FF2B5EF4-FFF2-40B4-BE49-F238E27FC236}">
                <a16:creationId xmlns:a16="http://schemas.microsoft.com/office/drawing/2014/main" id="{9C6D873D-3126-1544-962C-88D0FD3CC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000" y="319149"/>
            <a:ext cx="9720000" cy="925451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Agenda</a:t>
            </a:r>
            <a:br>
              <a:rPr lang="en-GB"/>
            </a:b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5E121F-7732-2A3A-0581-E5F2CEB725A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963F8C3-E174-46F7-A860-B75DC1343E3B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FD6708-A4EB-380C-B44E-1EE6B67751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95608-6BD9-1F3C-31D7-0FB5E95756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929647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Agenda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0484B7-EB5B-9411-1251-17ED1D5DD8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6800" y="1414800"/>
            <a:ext cx="5544738" cy="4751050"/>
          </a:xfrm>
        </p:spPr>
        <p:txBody>
          <a:bodyPr/>
          <a:lstStyle>
            <a:lvl1pPr>
              <a:lnSpc>
                <a:spcPct val="140000"/>
              </a:lnSpc>
              <a:spcBef>
                <a:spcPts val="0"/>
              </a:spcBef>
              <a:spcAft>
                <a:spcPts val="1600"/>
              </a:spcAft>
              <a:tabLst>
                <a:tab pos="5384800" algn="r"/>
              </a:tabLst>
              <a:defRPr/>
            </a:lvl1pPr>
          </a:lstStyle>
          <a:p>
            <a:pPr lvl="0"/>
            <a:r>
              <a:rPr lang="en-GB" noProof="0"/>
              <a:t>Click to add text Tahoma Regular 18pt 	2</a:t>
            </a:r>
          </a:p>
          <a:p>
            <a:pPr lvl="0"/>
            <a:r>
              <a:rPr lang="en-GB" noProof="0"/>
              <a:t>Adipiscing elit. Maecenas porttitor congue massa</a:t>
            </a:r>
            <a:br>
              <a:rPr lang="en-GB" noProof="0"/>
            </a:br>
            <a:r>
              <a:rPr lang="en-GB" noProof="0"/>
              <a:t>fusce posuere, magna sed pulvinar ultricies	6</a:t>
            </a:r>
          </a:p>
          <a:p>
            <a:pPr lvl="0"/>
            <a:r>
              <a:rPr lang="en-GB" noProof="0"/>
              <a:t>Purus lectus malesuada libero	7</a:t>
            </a:r>
          </a:p>
          <a:p>
            <a:pPr lvl="0"/>
            <a:r>
              <a:rPr lang="en-GB" noProof="0"/>
              <a:t>Sit amet commodo magna eros qujs uma lorem </a:t>
            </a:r>
            <a:br>
              <a:rPr lang="en-GB" noProof="0"/>
            </a:br>
            <a:r>
              <a:rPr lang="en-GB" noProof="0"/>
              <a:t>ipsum dolor sit amet, consectetuer	16</a:t>
            </a:r>
          </a:p>
          <a:p>
            <a:pPr lvl="0"/>
            <a:r>
              <a:rPr lang="en-GB" noProof="0"/>
              <a:t>Nunc viverra imperdiet enim	22</a:t>
            </a:r>
          </a:p>
          <a:p>
            <a:pPr lvl="0"/>
            <a:r>
              <a:rPr lang="en-GB" noProof="0"/>
              <a:t>Vivamus a tellus	24</a:t>
            </a:r>
            <a:endParaRPr lang="en-GB" noProof="0" dirty="0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7BBD0EF3-422C-AA7B-57FD-AB1944B7A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6096000" y="-11438"/>
            <a:ext cx="6096000" cy="6869438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ACA67851-F5B3-6F8A-38D9-3E08F7B3B1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B1C7205-C863-4E78-8E8D-3B4876964C7F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CE36C03B-8040-A932-D3DA-9A1227EAAA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AEDB4900-5D18-1C4F-0225-415135BDF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66255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ECE73981-C201-51EF-2607-8B6F98986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2BD7BEA-F208-4EA6-9D7D-7072581083D1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19EFF565-89FB-EE3D-83C5-B2463D688A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2" name="Symbol zastępczy numeru slajdu 5">
            <a:extLst>
              <a:ext uri="{FF2B5EF4-FFF2-40B4-BE49-F238E27FC236}">
                <a16:creationId xmlns:a16="http://schemas.microsoft.com/office/drawing/2014/main" id="{E4D0551D-FDE2-0510-6E01-BBCE89D80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323118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01BE1B-4DEC-A35D-BC96-0A2B3CC096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E0571D5-3B18-53C0-7177-77782D50FD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B60543D4-6FED-721E-6C63-F201FEBF44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22B4C34-8539-4A47-8763-AA072889AAA3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3C3C6A52-8BB8-1700-F328-99B71F251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73C14E30-0B55-0241-00BA-A1B71E252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1198766"/>
      </p:ext>
    </p:extLst>
  </p:cSld>
  <p:clrMapOvr>
    <a:masterClrMapping/>
  </p:clrMapOvr>
  <p:hf hdr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237F1CC-DD3F-9046-4B2A-4BC66E001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54A7669-69F9-5D52-67FF-E0E7527ACBB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CE43F19C-3512-1AB6-03EC-8E8E2F9AE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C21673D-680A-4025-B6B6-528AB9DA251C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E7D81EBE-52CA-3A58-9F22-D6A3AA3074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4" name="Symbol zastępczy numeru slajdu 5">
            <a:extLst>
              <a:ext uri="{FF2B5EF4-FFF2-40B4-BE49-F238E27FC236}">
                <a16:creationId xmlns:a16="http://schemas.microsoft.com/office/drawing/2014/main" id="{499C5BA5-71E5-574B-F9A4-F0501F0FE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446545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0484B7-EB5B-9411-1251-17ED1D5DD8D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571FE82-E1F7-7731-4706-09EDEA02FBE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520B8335-3727-7D84-52B2-65F1511AA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80D3C6D-0C60-4077-B8F5-4AFD9EB44CEB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9E5B11E4-F428-F378-26A3-16C1A4C64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4" name="Symbol zastępczy numeru slajdu 5">
            <a:extLst>
              <a:ext uri="{FF2B5EF4-FFF2-40B4-BE49-F238E27FC236}">
                <a16:creationId xmlns:a16="http://schemas.microsoft.com/office/drawing/2014/main" id="{DAF35DD1-4A93-070F-A309-0C833B98F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96312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li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237F1CC-DD3F-9046-4B2A-4BC66E001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A67276D-2DBE-4866-1AE0-399B5CFC63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400" y="1700213"/>
            <a:ext cx="11377613" cy="4465637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D426413-CD2E-BCBA-F292-2662BEA5CE0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53496DD0-74DF-0D44-0392-CE6A24977A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FF7643-2260-4D08-BBF8-F7646AE050AE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C5CEEED5-0F02-A2B2-95B7-D87E6B2F1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5" name="Symbol zastępczy numeru slajdu 5">
            <a:extLst>
              <a:ext uri="{FF2B5EF4-FFF2-40B4-BE49-F238E27FC236}">
                <a16:creationId xmlns:a16="http://schemas.microsoft.com/office/drawing/2014/main" id="{5734D3B3-A59A-46D0-F110-FF47AB171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9488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28pt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412875"/>
            <a:ext cx="5544737" cy="47529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34262" y="1412874"/>
            <a:ext cx="5544737" cy="47529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BC1B0D06-CBC9-8AB5-5590-2A12C629E87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11F400D0-88CD-D112-A92E-51E2784399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46984B99-A897-4A05-A0F3-1741C3D6E03C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ECA4CB8E-EE76-F7A5-D9D6-C1B213632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5" name="Symbol zastępczy numeru slajdu 5">
            <a:extLst>
              <a:ext uri="{FF2B5EF4-FFF2-40B4-BE49-F238E27FC236}">
                <a16:creationId xmlns:a16="http://schemas.microsoft.com/office/drawing/2014/main" id="{037D6656-09DA-D85C-F457-1A86C81ACB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131839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line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700213"/>
            <a:ext cx="5544737" cy="44656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34262" y="1700212"/>
            <a:ext cx="5544737" cy="44656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D20E396C-4C0A-D991-2828-0B26C406F2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94AF034-2D95-DD57-97CF-6B0AEA6196C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4314D3A-6FAD-CBB9-3682-8079B078573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886E17A-53FD-412F-869A-60D88EE1E54A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CC6DB296-5829-F79C-B842-5F82A5346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6" name="Symbol zastępczy numeru slajdu 5">
            <a:extLst>
              <a:ext uri="{FF2B5EF4-FFF2-40B4-BE49-F238E27FC236}">
                <a16:creationId xmlns:a16="http://schemas.microsoft.com/office/drawing/2014/main" id="{EBD1E871-2FB4-BC32-57C8-CF8C2B243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202944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/ Image righ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53FB89CB-73FB-A061-3069-4251FB7D490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14000" y="319149"/>
            <a:ext cx="5177175" cy="922749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Headline Tahoma Regular 30pt</a:t>
            </a:r>
            <a:endParaRPr lang="en-GB" dirty="0"/>
          </a:p>
        </p:txBody>
      </p:sp>
      <p:sp>
        <p:nvSpPr>
          <p:cNvPr id="10" name="Symbol zastępczy zawartości 2">
            <a:extLst>
              <a:ext uri="{FF2B5EF4-FFF2-40B4-BE49-F238E27FC236}">
                <a16:creationId xmlns:a16="http://schemas.microsoft.com/office/drawing/2014/main" id="{9A5983DD-6FB8-B3BA-04DA-FFAD98C277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000" y="1562101"/>
            <a:ext cx="5177175" cy="4219574"/>
          </a:xfrm>
        </p:spPr>
        <p:txBody>
          <a:bodyPr/>
          <a:lstStyle/>
          <a:p>
            <a:pPr lvl="0"/>
            <a:r>
              <a:rPr lang="en-GB" noProof="0" dirty="0"/>
              <a:t>Click to add text</a:t>
            </a:r>
          </a:p>
        </p:txBody>
      </p:sp>
      <p:sp>
        <p:nvSpPr>
          <p:cNvPr id="3" name="Textplatzhalter 12">
            <a:extLst>
              <a:ext uri="{FF2B5EF4-FFF2-40B4-BE49-F238E27FC236}">
                <a16:creationId xmlns:a16="http://schemas.microsoft.com/office/drawing/2014/main" id="{CC7ACB1E-7C0B-4F08-ECE6-5D5B3E0126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53480" y="304341"/>
            <a:ext cx="949589" cy="843687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4BAA4-328D-86E1-B9FD-02ED23CD621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4524D99-D08C-47D2-9C1D-2F9369D5FC7A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14244-D8FA-DF2A-F461-26D440AA25A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0A3897-8E03-A91C-E3C1-9AF38DBE262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612574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53FB89CB-73FB-A061-3069-4251FB7D490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6600825" y="319149"/>
            <a:ext cx="3878594" cy="922749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Headline Tahoma Regular 30pt</a:t>
            </a:r>
            <a:endParaRPr lang="en-GB" dirty="0"/>
          </a:p>
        </p:txBody>
      </p:sp>
      <p:sp>
        <p:nvSpPr>
          <p:cNvPr id="10" name="Symbol zastępczy zawartości 2">
            <a:extLst>
              <a:ext uri="{FF2B5EF4-FFF2-40B4-BE49-F238E27FC236}">
                <a16:creationId xmlns:a16="http://schemas.microsoft.com/office/drawing/2014/main" id="{9A5983DD-6FB8-B3BA-04DA-FFAD98C277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00824" y="1562101"/>
            <a:ext cx="5178425" cy="4219574"/>
          </a:xfrm>
        </p:spPr>
        <p:txBody>
          <a:bodyPr/>
          <a:lstStyle/>
          <a:p>
            <a:pPr lvl="0"/>
            <a:r>
              <a:rPr lang="en-GB" noProof="0" dirty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ED400F-41F7-F07D-BD65-7368666E57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8F1BA84-C88E-4FDF-B562-D56B575E9501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227EF0-D758-D026-A080-20BE075A9FB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C5E373-2EB6-DAC9-6CCC-C662DD1155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289619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412875"/>
            <a:ext cx="3673075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412775"/>
            <a:ext cx="3649694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412774"/>
            <a:ext cx="3649694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FEA349-E8A1-7BD6-9D3B-2DE39C14419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ACCE04CF-D56C-5DDD-6557-EA9082C761B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2F89AF4-20FC-4616-ACAC-599714B2D075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62F48EC1-4ECE-6D26-6C0E-68CE7D7954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6" name="Symbol zastępczy numeru slajdu 5">
            <a:extLst>
              <a:ext uri="{FF2B5EF4-FFF2-40B4-BE49-F238E27FC236}">
                <a16:creationId xmlns:a16="http://schemas.microsoft.com/office/drawing/2014/main" id="{15B5A71C-E991-C688-30D3-6CE3C09DCC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453904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line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700213"/>
            <a:ext cx="3673075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700113"/>
            <a:ext cx="3649694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700112"/>
            <a:ext cx="3649694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1DE98EC1-ED53-4F41-A7E1-9A0A5F8084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7D19A66-9A07-1ADF-4BE1-7E08723F4E0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FEDFC0FB-A189-AB97-F130-748F3D67470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5BF00B2-647E-424E-88BB-194BA4333135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803C9EB7-CC10-8FB7-1109-F7B74515C7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D094BA01-C495-D383-89B9-2DFD019EE0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630457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Box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28pt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916113"/>
            <a:ext cx="3673075" cy="4249843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916013"/>
            <a:ext cx="3649694" cy="4249843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916112"/>
            <a:ext cx="3649694" cy="4249737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6B84DCE7-7CD1-443C-F1A7-5577DFE036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2749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sp>
        <p:nvSpPr>
          <p:cNvPr id="11" name="Textplatzhalter 14">
            <a:extLst>
              <a:ext uri="{FF2B5EF4-FFF2-40B4-BE49-F238E27FC236}">
                <a16:creationId xmlns:a16="http://schemas.microsoft.com/office/drawing/2014/main" id="{F6953D23-9BFF-71B3-B31C-FAD678F5EEB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62400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sp>
        <p:nvSpPr>
          <p:cNvPr id="12" name="Textplatzhalter 14">
            <a:extLst>
              <a:ext uri="{FF2B5EF4-FFF2-40B4-BE49-F238E27FC236}">
                <a16:creationId xmlns:a16="http://schemas.microsoft.com/office/drawing/2014/main" id="{5AC3230F-EFD2-8659-B52C-1711229B87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14083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77FB8D8-83E4-C4E8-D338-AF86C0C702F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4F5C8A4F-CF19-F28D-BA34-1B209DB9E6B0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A6817F15-1573-300B-C1A9-CA81C03E04C3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C5E714E1-CE96-C827-E5EC-60B9ABB527A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0EFB2C1E-D77F-6D3D-F161-8A45D3174D1F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4040888D-6A62-B387-0A2B-ADE55DF4DE70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3">
            <a:extLst>
              <a:ext uri="{FF2B5EF4-FFF2-40B4-BE49-F238E27FC236}">
                <a16:creationId xmlns:a16="http://schemas.microsoft.com/office/drawing/2014/main" id="{A04AEEB1-D16F-6C52-59E1-32DB4383C81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5">
            <a:extLst>
              <a:ext uri="{FF2B5EF4-FFF2-40B4-BE49-F238E27FC236}">
                <a16:creationId xmlns:a16="http://schemas.microsoft.com/office/drawing/2014/main" id="{1262863F-B310-EC53-1999-4900560E16C7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6">
            <a:extLst>
              <a:ext uri="{FF2B5EF4-FFF2-40B4-BE49-F238E27FC236}">
                <a16:creationId xmlns:a16="http://schemas.microsoft.com/office/drawing/2014/main" id="{B2C15039-E7ED-F34C-72FC-747CD9C3619E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18">
            <a:extLst>
              <a:ext uri="{FF2B5EF4-FFF2-40B4-BE49-F238E27FC236}">
                <a16:creationId xmlns:a16="http://schemas.microsoft.com/office/drawing/2014/main" id="{0B606805-B994-3354-3FDC-9D7B27E96BE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0">
            <a:extLst>
              <a:ext uri="{FF2B5EF4-FFF2-40B4-BE49-F238E27FC236}">
                <a16:creationId xmlns:a16="http://schemas.microsoft.com/office/drawing/2014/main" id="{0C296C66-0E48-E769-A7EC-ED60E3922EE1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1">
            <a:extLst>
              <a:ext uri="{FF2B5EF4-FFF2-40B4-BE49-F238E27FC236}">
                <a16:creationId xmlns:a16="http://schemas.microsoft.com/office/drawing/2014/main" id="{518A7457-7209-FB42-6B13-F06853DE0857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Graphic 39">
            <a:extLst>
              <a:ext uri="{FF2B5EF4-FFF2-40B4-BE49-F238E27FC236}">
                <a16:creationId xmlns:a16="http://schemas.microsoft.com/office/drawing/2014/main" id="{51343214-97CE-A0F8-AA0B-EAF3AF8E34E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2" name="Datumsplatzhalter 3">
            <a:extLst>
              <a:ext uri="{FF2B5EF4-FFF2-40B4-BE49-F238E27FC236}">
                <a16:creationId xmlns:a16="http://schemas.microsoft.com/office/drawing/2014/main" id="{F0239E74-235B-E81A-AE82-E2C8EDBA6D3E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F9DA59C-E5C1-4CC8-8A7C-03BD03EA2C2F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43" name="Fußzeilenplatzhalter 4">
            <a:extLst>
              <a:ext uri="{FF2B5EF4-FFF2-40B4-BE49-F238E27FC236}">
                <a16:creationId xmlns:a16="http://schemas.microsoft.com/office/drawing/2014/main" id="{2F899B64-285D-A6B4-70BD-83904C41BB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4" name="Symbol zastępczy numeru slajdu 5">
            <a:extLst>
              <a:ext uri="{FF2B5EF4-FFF2-40B4-BE49-F238E27FC236}">
                <a16:creationId xmlns:a16="http://schemas.microsoft.com/office/drawing/2014/main" id="{1CB774CA-CDEC-D9B6-BC89-E18A13B10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5" name="Gerader Verbinder 13">
            <a:extLst>
              <a:ext uri="{FF2B5EF4-FFF2-40B4-BE49-F238E27FC236}">
                <a16:creationId xmlns:a16="http://schemas.microsoft.com/office/drawing/2014/main" id="{4DF28FD4-FC98-3099-155C-F429A245BB8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15">
            <a:extLst>
              <a:ext uri="{FF2B5EF4-FFF2-40B4-BE49-F238E27FC236}">
                <a16:creationId xmlns:a16="http://schemas.microsoft.com/office/drawing/2014/main" id="{26EEC05D-D061-956D-B82B-321D2259B453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16">
            <a:extLst>
              <a:ext uri="{FF2B5EF4-FFF2-40B4-BE49-F238E27FC236}">
                <a16:creationId xmlns:a16="http://schemas.microsoft.com/office/drawing/2014/main" id="{CB11A140-E682-D7CB-F8A9-7F83744DE62F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18">
            <a:extLst>
              <a:ext uri="{FF2B5EF4-FFF2-40B4-BE49-F238E27FC236}">
                <a16:creationId xmlns:a16="http://schemas.microsoft.com/office/drawing/2014/main" id="{4654B9C4-1FF6-A851-A0C6-27C66424253D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20">
            <a:extLst>
              <a:ext uri="{FF2B5EF4-FFF2-40B4-BE49-F238E27FC236}">
                <a16:creationId xmlns:a16="http://schemas.microsoft.com/office/drawing/2014/main" id="{D17B93E2-4027-E472-6367-24D6127617AE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1">
            <a:extLst>
              <a:ext uri="{FF2B5EF4-FFF2-40B4-BE49-F238E27FC236}">
                <a16:creationId xmlns:a16="http://schemas.microsoft.com/office/drawing/2014/main" id="{6D7E0453-93F4-CEC9-B53E-67B4C83C885C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13">
            <a:extLst>
              <a:ext uri="{FF2B5EF4-FFF2-40B4-BE49-F238E27FC236}">
                <a16:creationId xmlns:a16="http://schemas.microsoft.com/office/drawing/2014/main" id="{9FB1743D-1B34-497D-F721-E8F45C7E534A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15">
            <a:extLst>
              <a:ext uri="{FF2B5EF4-FFF2-40B4-BE49-F238E27FC236}">
                <a16:creationId xmlns:a16="http://schemas.microsoft.com/office/drawing/2014/main" id="{C1EFD82F-CEB1-02F6-38E7-E6D0054CAA63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16">
            <a:extLst>
              <a:ext uri="{FF2B5EF4-FFF2-40B4-BE49-F238E27FC236}">
                <a16:creationId xmlns:a16="http://schemas.microsoft.com/office/drawing/2014/main" id="{359ECB4C-3BED-0A14-5092-9BE99FF69BC8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18">
            <a:extLst>
              <a:ext uri="{FF2B5EF4-FFF2-40B4-BE49-F238E27FC236}">
                <a16:creationId xmlns:a16="http://schemas.microsoft.com/office/drawing/2014/main" id="{724A4AF7-6193-C691-875E-ED3EFE7101AA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20">
            <a:extLst>
              <a:ext uri="{FF2B5EF4-FFF2-40B4-BE49-F238E27FC236}">
                <a16:creationId xmlns:a16="http://schemas.microsoft.com/office/drawing/2014/main" id="{0A5C55EB-DCAB-5D7E-4B68-3940A9373BDD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21">
            <a:extLst>
              <a:ext uri="{FF2B5EF4-FFF2-40B4-BE49-F238E27FC236}">
                <a16:creationId xmlns:a16="http://schemas.microsoft.com/office/drawing/2014/main" id="{75A29E3D-1E35-ED3D-12FC-9529815E66F2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13">
            <a:extLst>
              <a:ext uri="{FF2B5EF4-FFF2-40B4-BE49-F238E27FC236}">
                <a16:creationId xmlns:a16="http://schemas.microsoft.com/office/drawing/2014/main" id="{16007C35-BE7B-FEDD-9D3E-BD82B878144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15">
            <a:extLst>
              <a:ext uri="{FF2B5EF4-FFF2-40B4-BE49-F238E27FC236}">
                <a16:creationId xmlns:a16="http://schemas.microsoft.com/office/drawing/2014/main" id="{BA977A2B-F7CC-D38C-7805-8CBF704BA150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16">
            <a:extLst>
              <a:ext uri="{FF2B5EF4-FFF2-40B4-BE49-F238E27FC236}">
                <a16:creationId xmlns:a16="http://schemas.microsoft.com/office/drawing/2014/main" id="{F7A5CF8D-AD8F-6297-FEC2-15D3CC2C463C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18">
            <a:extLst>
              <a:ext uri="{FF2B5EF4-FFF2-40B4-BE49-F238E27FC236}">
                <a16:creationId xmlns:a16="http://schemas.microsoft.com/office/drawing/2014/main" id="{69EA165F-7D7D-959A-6128-96815B3233E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20">
            <a:extLst>
              <a:ext uri="{FF2B5EF4-FFF2-40B4-BE49-F238E27FC236}">
                <a16:creationId xmlns:a16="http://schemas.microsoft.com/office/drawing/2014/main" id="{8089EBD8-3D6F-84AA-3075-2C3B0FE4A121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21">
            <a:extLst>
              <a:ext uri="{FF2B5EF4-FFF2-40B4-BE49-F238E27FC236}">
                <a16:creationId xmlns:a16="http://schemas.microsoft.com/office/drawing/2014/main" id="{AA569D95-AC41-291D-AA45-35DF43AD37E9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13">
            <a:extLst>
              <a:ext uri="{FF2B5EF4-FFF2-40B4-BE49-F238E27FC236}">
                <a16:creationId xmlns:a16="http://schemas.microsoft.com/office/drawing/2014/main" id="{AC214F69-C3A1-9A8F-F34A-C8E8168071FC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15">
            <a:extLst>
              <a:ext uri="{FF2B5EF4-FFF2-40B4-BE49-F238E27FC236}">
                <a16:creationId xmlns:a16="http://schemas.microsoft.com/office/drawing/2014/main" id="{1C95BB8A-D336-B525-10A0-4113BF9293BF}"/>
              </a:ext>
            </a:extLst>
          </p:cNvPr>
          <p:cNvCxnSpPr>
            <a:cxnSpLocks/>
          </p:cNvCxnSpPr>
          <p:nvPr userDrawn="1"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16">
            <a:extLst>
              <a:ext uri="{FF2B5EF4-FFF2-40B4-BE49-F238E27FC236}">
                <a16:creationId xmlns:a16="http://schemas.microsoft.com/office/drawing/2014/main" id="{CAA45C84-23A0-FF4B-DE01-F2DB950B4A0E}"/>
              </a:ext>
            </a:extLst>
          </p:cNvPr>
          <p:cNvCxnSpPr>
            <a:cxnSpLocks/>
          </p:cNvCxnSpPr>
          <p:nvPr userDrawn="1"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18">
            <a:extLst>
              <a:ext uri="{FF2B5EF4-FFF2-40B4-BE49-F238E27FC236}">
                <a16:creationId xmlns:a16="http://schemas.microsoft.com/office/drawing/2014/main" id="{5DB42E34-2394-DF75-1BEF-C286818F03E8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20">
            <a:extLst>
              <a:ext uri="{FF2B5EF4-FFF2-40B4-BE49-F238E27FC236}">
                <a16:creationId xmlns:a16="http://schemas.microsoft.com/office/drawing/2014/main" id="{BA49403B-AA61-7CFD-0816-095B2A66169B}"/>
              </a:ext>
            </a:extLst>
          </p:cNvPr>
          <p:cNvCxnSpPr>
            <a:cxnSpLocks/>
          </p:cNvCxnSpPr>
          <p:nvPr userDrawn="1"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21">
            <a:extLst>
              <a:ext uri="{FF2B5EF4-FFF2-40B4-BE49-F238E27FC236}">
                <a16:creationId xmlns:a16="http://schemas.microsoft.com/office/drawing/2014/main" id="{995DDECC-3ADC-F59C-6A1D-9A51923E6158}"/>
              </a:ext>
            </a:extLst>
          </p:cNvPr>
          <p:cNvCxnSpPr>
            <a:cxnSpLocks/>
          </p:cNvCxnSpPr>
          <p:nvPr userDrawn="1"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39850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7BBD0EF3-422C-AA7B-57FD-AB1944B7A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6096000" y="-11438"/>
            <a:ext cx="6096000" cy="6869438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C2FC0CB-F071-1DF9-10BA-614AC56428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412874"/>
            <a:ext cx="5544738" cy="4752975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E4DB482-0248-52A6-0741-9882F3953A8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DA103171-6E4C-91C2-5C42-0ECD08F04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D34B78A1-1E98-4D0A-918E-FDF3FA825995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E6665A61-E965-29D3-4035-95F7E40B19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14FB0BD8-CA08-92B2-BBA7-8C6706E688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42BE6E-49C4-619A-BD23-6AD212C1D5F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1C13F19-E5FD-2C00-1F33-83C17183660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5F0706E2-6594-D17B-D82E-4B772C47453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BC08CCEE-0F82-C5E0-D4E3-627E77E81D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40752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2361D1F8-25A8-D691-2918-BFCFE7441E5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3FA1EEF0-04C9-2CC8-3881-CBBE9D09F55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4">
            <a:extLst>
              <a:ext uri="{FF2B5EF4-FFF2-40B4-BE49-F238E27FC236}">
                <a16:creationId xmlns:a16="http://schemas.microsoft.com/office/drawing/2014/main" id="{EE1D96C6-F8AE-C29C-BE25-FA2F38F4C8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46483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le Dawn">
    <p:bg>
      <p:bgPr>
        <a:solidFill>
          <a:schemeClr val="bg2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31509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3999" y="1268760"/>
            <a:ext cx="7482201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4" name="Graphic 5">
            <a:extLst>
              <a:ext uri="{FF2B5EF4-FFF2-40B4-BE49-F238E27FC236}">
                <a16:creationId xmlns:a16="http://schemas.microsoft.com/office/drawing/2014/main" id="{FB914120-95CC-2CBD-94FB-250C016C442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5">
            <a:extLst>
              <a:ext uri="{FF2B5EF4-FFF2-40B4-BE49-F238E27FC236}">
                <a16:creationId xmlns:a16="http://schemas.microsoft.com/office/drawing/2014/main" id="{7ABCF876-F4C5-261E-85E4-19D05F3560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44449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Pass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CC2A6C5-4246-81C1-E51A-08FBEEBF69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4" name="Graphic 5">
            <a:extLst>
              <a:ext uri="{FF2B5EF4-FFF2-40B4-BE49-F238E27FC236}">
                <a16:creationId xmlns:a16="http://schemas.microsoft.com/office/drawing/2014/main" id="{D0A609DF-1788-B381-CF8F-669979B7D4E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6">
            <a:extLst>
              <a:ext uri="{FF2B5EF4-FFF2-40B4-BE49-F238E27FC236}">
                <a16:creationId xmlns:a16="http://schemas.microsoft.com/office/drawing/2014/main" id="{B0923B14-5C71-53A9-2E6E-F5F4DE5744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C58C2142-2D17-6D82-17C7-234E600224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6">
            <a:extLst>
              <a:ext uri="{FF2B5EF4-FFF2-40B4-BE49-F238E27FC236}">
                <a16:creationId xmlns:a16="http://schemas.microsoft.com/office/drawing/2014/main" id="{6AB1D703-A626-AF9C-9076-CED657DFE3C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02829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Bol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2DA5DD6-CAD1-F0FC-0864-8B56C6CDB9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EE7D04B3-7EAD-6DE8-0B11-73CF947CB6F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:a16="http://schemas.microsoft.com/office/drawing/2014/main" id="{6B94BC6C-C0E6-D953-F6A1-E854D201E1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01283191-7182-263F-3475-2D8B89B887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2">
            <a:extLst>
              <a:ext uri="{FF2B5EF4-FFF2-40B4-BE49-F238E27FC236}">
                <a16:creationId xmlns:a16="http://schemas.microsoft.com/office/drawing/2014/main" id="{5161B938-5D42-1439-ED96-B98221673DD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04725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O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063F455-0835-2C18-3C7F-09ABC9D7E1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61071BCA-257B-1878-936D-F979C31C919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:a16="http://schemas.microsoft.com/office/drawing/2014/main" id="{F428ED8C-2D9D-ED5F-60A3-FB202B8726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64E8294E-0367-2D11-1E96-243EAE81FA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2">
            <a:extLst>
              <a:ext uri="{FF2B5EF4-FFF2-40B4-BE49-F238E27FC236}">
                <a16:creationId xmlns:a16="http://schemas.microsoft.com/office/drawing/2014/main" id="{AF1EF11A-B6E5-EF3F-98A6-D353BC59A36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73098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Pass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AF05C1E-F91E-0FEC-3097-9870467C61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75E33F2-C9F3-65CC-A0AD-DB398E17F0D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6">
            <a:extLst>
              <a:ext uri="{FF2B5EF4-FFF2-40B4-BE49-F238E27FC236}">
                <a16:creationId xmlns:a16="http://schemas.microsoft.com/office/drawing/2014/main" id="{DD8C5B38-1F4D-6700-F48B-F7BE744771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13947331-DC90-7EBC-78B5-8AF46C2BD2B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6">
            <a:extLst>
              <a:ext uri="{FF2B5EF4-FFF2-40B4-BE49-F238E27FC236}">
                <a16:creationId xmlns:a16="http://schemas.microsoft.com/office/drawing/2014/main" id="{8F373005-62FE-8025-FDD7-C7D8B6E01E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9" name="Graphic 7">
            <a:extLst>
              <a:ext uri="{FF2B5EF4-FFF2-40B4-BE49-F238E27FC236}">
                <a16:creationId xmlns:a16="http://schemas.microsoft.com/office/drawing/2014/main" id="{4C1C2643-F625-690C-2519-A8A2D224B7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9503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Bol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FC8D076-D91E-BEEE-FC8D-0C187E40E8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6D7215F-E103-F984-05A4-1A0E8CD11AE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5">
            <a:extLst>
              <a:ext uri="{FF2B5EF4-FFF2-40B4-BE49-F238E27FC236}">
                <a16:creationId xmlns:a16="http://schemas.microsoft.com/office/drawing/2014/main" id="{3393057C-882C-01C5-C19F-A4AE810CA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D46AD353-33CE-D11D-0D13-06F6A299C8D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750184C6-2407-F1FB-89E0-69D0C0105D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9" name="Graphic 7">
            <a:extLst>
              <a:ext uri="{FF2B5EF4-FFF2-40B4-BE49-F238E27FC236}">
                <a16:creationId xmlns:a16="http://schemas.microsoft.com/office/drawing/2014/main" id="{BC23A87E-8648-FFB2-475E-289B2264F3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6668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O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96E6A1B-63B7-2205-4B78-8486DBFCFE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22F5150-8293-7A90-266E-A5148E997C2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7FD1284C-3ACB-D9C5-46F8-9090EDBA9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D9690FF8-2717-5705-9A68-8E860D9BA01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B7CCEE0C-C197-A2F7-3F76-EA5B4A0AF7B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9" name="Graphic 5">
            <a:extLst>
              <a:ext uri="{FF2B5EF4-FFF2-40B4-BE49-F238E27FC236}">
                <a16:creationId xmlns:a16="http://schemas.microsoft.com/office/drawing/2014/main" id="{60A004BE-A747-0A4F-DE1D-C6BFAE1EB1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2706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unrise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C699B35C-619D-3591-CAE8-FC717B8B51A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B28ACD52-BFFC-2CF5-DC4E-163839947C9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30A8D96-4510-36E4-047A-7AEFC602B83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83A6EAE-4423-AD5E-9230-B8F27934D7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031B3EDB-38C1-06B0-85BD-4F985B8F59B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FCE10E9E-9EEF-6C31-A102-5B227C4EE2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4483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FF75-9B1A-40FB-119D-3246770B829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26AF110-0EFC-9085-3384-C0F6C9284AA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16E3811-AAEF-E6EA-1099-7922353D641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1">
            <a:extLst>
              <a:ext uri="{FF2B5EF4-FFF2-40B4-BE49-F238E27FC236}">
                <a16:creationId xmlns:a16="http://schemas.microsoft.com/office/drawing/2014/main" id="{6FBEE60D-F18A-F73C-4CCD-CE7F3F7E069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4535E788-662C-702A-4AE7-9C10FD3B61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8" name="Graphic 1">
            <a:extLst>
              <a:ext uri="{FF2B5EF4-FFF2-40B4-BE49-F238E27FC236}">
                <a16:creationId xmlns:a16="http://schemas.microsoft.com/office/drawing/2014/main" id="{91C112AE-AB0A-1C31-8C86-68EDE341F0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33915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The B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7FB69D45-1400-9BFD-A969-8EA1DA5CEAA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B6223CB6-0B7A-7862-3A8A-7894AF497AD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D625B3E-5366-41BA-2DF8-58BA0146FDD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408BBB0-A72D-AFFA-4EA4-6638E35D4B6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B72CAC8F-E79D-710A-F9A7-37FAAC999C7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0" name="Graphic 4">
            <a:extLst>
              <a:ext uri="{FF2B5EF4-FFF2-40B4-BE49-F238E27FC236}">
                <a16:creationId xmlns:a16="http://schemas.microsoft.com/office/drawing/2014/main" id="{6A22BD7B-718E-F3AB-EC25-011EB038F0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76920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- Megabeam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9BCE291-95E6-CBD3-A372-83C80709F8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093672"/>
            <a:ext cx="5735960" cy="5359664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396000" tIns="360000" rIns="396000" bIns="360000" anchor="t"/>
          <a:lstStyle>
            <a:lvl1pPr algn="l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l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4CE2A2-BC6E-1898-B5BE-C6AF1791A2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50808" y="265672"/>
            <a:ext cx="928800" cy="828000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algn="ctr">
              <a:defRPr sz="100"/>
            </a:lvl1pPr>
          </a:lstStyle>
          <a:p>
            <a:pPr lvl="0"/>
            <a:r>
              <a:rPr lang="en-GB"/>
              <a:t> 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680291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tx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FF75-9B1A-40FB-119D-3246770B829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6777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le Dawn Bea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E9C6DFE-C28C-CEF5-C7FE-6E5C01CFA84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984713-2091-8C42-69DF-0E6177E07A4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72B4936-7BE2-3C02-B673-48E13AB85EC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7AB14B6C-D34B-A6FA-8E01-2A63A5A02D7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76618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unrise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8F4D7C4C-0074-F42B-4513-135B5DEE76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CF193B88-B585-77D1-58F6-6875365EA5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18A7B2-82A2-1622-C358-FA48BAA7CBB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B6E8CF8-8E54-58CE-D8F0-FAEC548F155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74AF7EAD-EA22-4A9C-5C02-2ACAF6B5B0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E87384A8-22D8-48F7-2C92-A3BC88F75C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11186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passiona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19/06/2026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033E35E-F569-AF70-97E4-B7D1A2E4C731}"/>
              </a:ext>
            </a:extLst>
          </p:cNvPr>
          <p:cNvSpPr/>
          <p:nvPr/>
        </p:nvSpPr>
        <p:spPr>
          <a:xfrm>
            <a:off x="5762604" y="1556792"/>
            <a:ext cx="5061562" cy="3458505"/>
          </a:xfrm>
          <a:custGeom>
            <a:avLst/>
            <a:gdLst>
              <a:gd name="connsiteX0" fmla="*/ 2937780 w 5061562"/>
              <a:gd name="connsiteY0" fmla="*/ 102735 h 3458505"/>
              <a:gd name="connsiteX1" fmla="*/ 3216285 w 5061562"/>
              <a:gd name="connsiteY1" fmla="*/ 299163 h 3458505"/>
              <a:gd name="connsiteX2" fmla="*/ 3216794 w 5061562"/>
              <a:gd name="connsiteY2" fmla="*/ 301012 h 3458505"/>
              <a:gd name="connsiteX3" fmla="*/ 3217404 w 5061562"/>
              <a:gd name="connsiteY3" fmla="*/ 302810 h 3458505"/>
              <a:gd name="connsiteX4" fmla="*/ 3717859 w 5061562"/>
              <a:gd name="connsiteY4" fmla="*/ 1826876 h 3458505"/>
              <a:gd name="connsiteX5" fmla="*/ 3741000 w 5061562"/>
              <a:gd name="connsiteY5" fmla="*/ 1897250 h 3458505"/>
              <a:gd name="connsiteX6" fmla="*/ 4634955 w 5061562"/>
              <a:gd name="connsiteY6" fmla="*/ 1897250 h 3458505"/>
              <a:gd name="connsiteX7" fmla="*/ 4635056 w 5061562"/>
              <a:gd name="connsiteY7" fmla="*/ 1898688 h 3458505"/>
              <a:gd name="connsiteX8" fmla="*/ 4667860 w 5061562"/>
              <a:gd name="connsiteY8" fmla="*/ 1897763 h 3458505"/>
              <a:gd name="connsiteX9" fmla="*/ 4694612 w 5061562"/>
              <a:gd name="connsiteY9" fmla="*/ 1898842 h 3458505"/>
              <a:gd name="connsiteX10" fmla="*/ 4771817 w 5061562"/>
              <a:gd name="connsiteY10" fmla="*/ 1917026 h 3458505"/>
              <a:gd name="connsiteX11" fmla="*/ 4773291 w 5061562"/>
              <a:gd name="connsiteY11" fmla="*/ 1917694 h 3458505"/>
              <a:gd name="connsiteX12" fmla="*/ 4783514 w 5061562"/>
              <a:gd name="connsiteY12" fmla="*/ 1922830 h 3458505"/>
              <a:gd name="connsiteX13" fmla="*/ 4787024 w 5061562"/>
              <a:gd name="connsiteY13" fmla="*/ 1923550 h 3458505"/>
              <a:gd name="connsiteX14" fmla="*/ 4930650 w 5061562"/>
              <a:gd name="connsiteY14" fmla="*/ 2064758 h 3458505"/>
              <a:gd name="connsiteX15" fmla="*/ 4931261 w 5061562"/>
              <a:gd name="connsiteY15" fmla="*/ 2068251 h 3458505"/>
              <a:gd name="connsiteX16" fmla="*/ 4937974 w 5061562"/>
              <a:gd name="connsiteY16" fmla="*/ 2081863 h 3458505"/>
              <a:gd name="connsiteX17" fmla="*/ 4941890 w 5061562"/>
              <a:gd name="connsiteY17" fmla="*/ 2091366 h 3458505"/>
              <a:gd name="connsiteX18" fmla="*/ 4945196 w 5061562"/>
              <a:gd name="connsiteY18" fmla="*/ 2101024 h 3458505"/>
              <a:gd name="connsiteX19" fmla="*/ 4945908 w 5061562"/>
              <a:gd name="connsiteY19" fmla="*/ 2103284 h 3458505"/>
              <a:gd name="connsiteX20" fmla="*/ 4947586 w 5061562"/>
              <a:gd name="connsiteY20" fmla="*/ 2108626 h 3458505"/>
              <a:gd name="connsiteX21" fmla="*/ 4948655 w 5061562"/>
              <a:gd name="connsiteY21" fmla="*/ 2111708 h 3458505"/>
              <a:gd name="connsiteX22" fmla="*/ 4949417 w 5061562"/>
              <a:gd name="connsiteY22" fmla="*/ 2114276 h 3458505"/>
              <a:gd name="connsiteX23" fmla="*/ 4952418 w 5061562"/>
              <a:gd name="connsiteY23" fmla="*/ 2128043 h 3458505"/>
              <a:gd name="connsiteX24" fmla="*/ 4952621 w 5061562"/>
              <a:gd name="connsiteY24" fmla="*/ 2129019 h 3458505"/>
              <a:gd name="connsiteX25" fmla="*/ 4953181 w 5061562"/>
              <a:gd name="connsiteY25" fmla="*/ 2131690 h 3458505"/>
              <a:gd name="connsiteX26" fmla="*/ 4953181 w 5061562"/>
              <a:gd name="connsiteY26" fmla="*/ 2135183 h 3458505"/>
              <a:gd name="connsiteX27" fmla="*/ 4956080 w 5061562"/>
              <a:gd name="connsiteY27" fmla="*/ 2147151 h 3458505"/>
              <a:gd name="connsiteX28" fmla="*/ 4956080 w 5061562"/>
              <a:gd name="connsiteY28" fmla="*/ 2147151 h 3458505"/>
              <a:gd name="connsiteX29" fmla="*/ 4958521 w 5061562"/>
              <a:gd name="connsiteY29" fmla="*/ 2167904 h 3458505"/>
              <a:gd name="connsiteX30" fmla="*/ 4958928 w 5061562"/>
              <a:gd name="connsiteY30" fmla="*/ 2176122 h 3458505"/>
              <a:gd name="connsiteX31" fmla="*/ 4959437 w 5061562"/>
              <a:gd name="connsiteY31" fmla="*/ 2186601 h 3458505"/>
              <a:gd name="connsiteX32" fmla="*/ 4959792 w 5061562"/>
              <a:gd name="connsiteY32" fmla="*/ 2192200 h 3458505"/>
              <a:gd name="connsiteX33" fmla="*/ 4959487 w 5061562"/>
              <a:gd name="connsiteY33" fmla="*/ 2205607 h 3458505"/>
              <a:gd name="connsiteX34" fmla="*/ 4959386 w 5061562"/>
              <a:gd name="connsiteY34" fmla="*/ 2207251 h 3458505"/>
              <a:gd name="connsiteX35" fmla="*/ 4959386 w 5061562"/>
              <a:gd name="connsiteY35" fmla="*/ 2208895 h 3458505"/>
              <a:gd name="connsiteX36" fmla="*/ 4947993 w 5061562"/>
              <a:gd name="connsiteY36" fmla="*/ 2276494 h 3458505"/>
              <a:gd name="connsiteX37" fmla="*/ 4945044 w 5061562"/>
              <a:gd name="connsiteY37" fmla="*/ 2285637 h 3458505"/>
              <a:gd name="connsiteX38" fmla="*/ 4944789 w 5061562"/>
              <a:gd name="connsiteY38" fmla="*/ 2287538 h 3458505"/>
              <a:gd name="connsiteX39" fmla="*/ 4941381 w 5061562"/>
              <a:gd name="connsiteY39" fmla="*/ 2296681 h 3458505"/>
              <a:gd name="connsiteX40" fmla="*/ 4913104 w 5061562"/>
              <a:gd name="connsiteY40" fmla="*/ 2354007 h 3458505"/>
              <a:gd name="connsiteX41" fmla="*/ 4666335 w 5061562"/>
              <a:gd name="connsiteY41" fmla="*/ 2490593 h 3458505"/>
              <a:gd name="connsiteX42" fmla="*/ 3529121 w 5061562"/>
              <a:gd name="connsiteY42" fmla="*/ 2490593 h 3458505"/>
              <a:gd name="connsiteX43" fmla="*/ 3499775 w 5061562"/>
              <a:gd name="connsiteY43" fmla="*/ 2489309 h 3458505"/>
              <a:gd name="connsiteX44" fmla="*/ 3493723 w 5061562"/>
              <a:gd name="connsiteY44" fmla="*/ 2488589 h 3458505"/>
              <a:gd name="connsiteX45" fmla="*/ 3487365 w 5061562"/>
              <a:gd name="connsiteY45" fmla="*/ 2487511 h 3458505"/>
              <a:gd name="connsiteX46" fmla="*/ 3484263 w 5061562"/>
              <a:gd name="connsiteY46" fmla="*/ 2487511 h 3458505"/>
              <a:gd name="connsiteX47" fmla="*/ 3328430 w 5061562"/>
              <a:gd name="connsiteY47" fmla="*/ 2410254 h 3458505"/>
              <a:gd name="connsiteX48" fmla="*/ 3325175 w 5061562"/>
              <a:gd name="connsiteY48" fmla="*/ 2406967 h 3458505"/>
              <a:gd name="connsiteX49" fmla="*/ 3321615 w 5061562"/>
              <a:gd name="connsiteY49" fmla="*/ 2403988 h 3458505"/>
              <a:gd name="connsiteX50" fmla="*/ 3321056 w 5061562"/>
              <a:gd name="connsiteY50" fmla="*/ 2403525 h 3458505"/>
              <a:gd name="connsiteX51" fmla="*/ 3313274 w 5061562"/>
              <a:gd name="connsiteY51" fmla="*/ 2395050 h 3458505"/>
              <a:gd name="connsiteX52" fmla="*/ 3274468 w 5061562"/>
              <a:gd name="connsiteY52" fmla="*/ 2341165 h 3458505"/>
              <a:gd name="connsiteX53" fmla="*/ 3249293 w 5061562"/>
              <a:gd name="connsiteY53" fmla="*/ 2285637 h 3458505"/>
              <a:gd name="connsiteX54" fmla="*/ 3049416 w 5061562"/>
              <a:gd name="connsiteY54" fmla="*/ 1677449 h 3458505"/>
              <a:gd name="connsiteX55" fmla="*/ 2948867 w 5061562"/>
              <a:gd name="connsiteY55" fmla="*/ 1371506 h 3458505"/>
              <a:gd name="connsiteX56" fmla="*/ 2855591 w 5061562"/>
              <a:gd name="connsiteY56" fmla="*/ 1679761 h 3458505"/>
              <a:gd name="connsiteX57" fmla="*/ 2475672 w 5061562"/>
              <a:gd name="connsiteY57" fmla="*/ 2935074 h 3458505"/>
              <a:gd name="connsiteX58" fmla="*/ 2411640 w 5061562"/>
              <a:gd name="connsiteY58" fmla="*/ 3146039 h 3458505"/>
              <a:gd name="connsiteX59" fmla="*/ 2129575 w 5061562"/>
              <a:gd name="connsiteY59" fmla="*/ 3355720 h 3458505"/>
              <a:gd name="connsiteX60" fmla="*/ 2043928 w 5061562"/>
              <a:gd name="connsiteY60" fmla="*/ 3342673 h 3458505"/>
              <a:gd name="connsiteX61" fmla="*/ 1906862 w 5061562"/>
              <a:gd name="connsiteY61" fmla="*/ 3250931 h 3458505"/>
              <a:gd name="connsiteX62" fmla="*/ 1308248 w 5061562"/>
              <a:gd name="connsiteY62" fmla="*/ 2550795 h 3458505"/>
              <a:gd name="connsiteX63" fmla="*/ 1277834 w 5061562"/>
              <a:gd name="connsiteY63" fmla="*/ 2515198 h 3458505"/>
              <a:gd name="connsiteX64" fmla="*/ 409717 w 5061562"/>
              <a:gd name="connsiteY64" fmla="*/ 2515198 h 3458505"/>
              <a:gd name="connsiteX65" fmla="*/ 102425 w 5061562"/>
              <a:gd name="connsiteY65" fmla="*/ 2240280 h 3458505"/>
              <a:gd name="connsiteX66" fmla="*/ 180952 w 5061562"/>
              <a:gd name="connsiteY66" fmla="*/ 2016473 h 3458505"/>
              <a:gd name="connsiteX67" fmla="*/ 395171 w 5061562"/>
              <a:gd name="connsiteY67" fmla="*/ 1921957 h 3458505"/>
              <a:gd name="connsiteX68" fmla="*/ 1375382 w 5061562"/>
              <a:gd name="connsiteY68" fmla="*/ 1921957 h 3458505"/>
              <a:gd name="connsiteX69" fmla="*/ 1658770 w 5061562"/>
              <a:gd name="connsiteY69" fmla="*/ 2053098 h 3458505"/>
              <a:gd name="connsiteX70" fmla="*/ 1885603 w 5061562"/>
              <a:gd name="connsiteY70" fmla="*/ 2318821 h 3458505"/>
              <a:gd name="connsiteX71" fmla="*/ 2005631 w 5061562"/>
              <a:gd name="connsiteY71" fmla="*/ 2459413 h 3458505"/>
              <a:gd name="connsiteX72" fmla="*/ 2059847 w 5061562"/>
              <a:gd name="connsiteY72" fmla="*/ 2282042 h 3458505"/>
              <a:gd name="connsiteX73" fmla="*/ 2093973 w 5061562"/>
              <a:gd name="connsiteY73" fmla="*/ 2170472 h 3458505"/>
              <a:gd name="connsiteX74" fmla="*/ 2258350 w 5061562"/>
              <a:gd name="connsiteY74" fmla="*/ 1630294 h 3458505"/>
              <a:gd name="connsiteX75" fmla="*/ 2657087 w 5061562"/>
              <a:gd name="connsiteY75" fmla="*/ 306046 h 3458505"/>
              <a:gd name="connsiteX76" fmla="*/ 2657494 w 5061562"/>
              <a:gd name="connsiteY76" fmla="*/ 304659 h 3458505"/>
              <a:gd name="connsiteX77" fmla="*/ 2657901 w 5061562"/>
              <a:gd name="connsiteY77" fmla="*/ 303221 h 3458505"/>
              <a:gd name="connsiteX78" fmla="*/ 2937831 w 5061562"/>
              <a:gd name="connsiteY78" fmla="*/ 102735 h 3458505"/>
              <a:gd name="connsiteX79" fmla="*/ 2937780 w 5061562"/>
              <a:gd name="connsiteY79" fmla="*/ 0 h 3458505"/>
              <a:gd name="connsiteX80" fmla="*/ 2559743 w 5061562"/>
              <a:gd name="connsiteY80" fmla="*/ 276150 h 3458505"/>
              <a:gd name="connsiteX81" fmla="*/ 2161006 w 5061562"/>
              <a:gd name="connsiteY81" fmla="*/ 1600398 h 3458505"/>
              <a:gd name="connsiteX82" fmla="*/ 1996730 w 5061562"/>
              <a:gd name="connsiteY82" fmla="*/ 2140268 h 3458505"/>
              <a:gd name="connsiteX83" fmla="*/ 1962654 w 5061562"/>
              <a:gd name="connsiteY83" fmla="*/ 2251735 h 3458505"/>
              <a:gd name="connsiteX84" fmla="*/ 1735822 w 5061562"/>
              <a:gd name="connsiteY84" fmla="*/ 1986012 h 3458505"/>
              <a:gd name="connsiteX85" fmla="*/ 1375433 w 5061562"/>
              <a:gd name="connsiteY85" fmla="*/ 1819223 h 3458505"/>
              <a:gd name="connsiteX86" fmla="*/ 395171 w 5061562"/>
              <a:gd name="connsiteY86" fmla="*/ 1819223 h 3458505"/>
              <a:gd name="connsiteX87" fmla="*/ 394256 w 5061562"/>
              <a:gd name="connsiteY87" fmla="*/ 1819223 h 3458505"/>
              <a:gd name="connsiteX88" fmla="*/ 1012 w 5061562"/>
              <a:gd name="connsiteY88" fmla="*/ 2247574 h 3458505"/>
              <a:gd name="connsiteX89" fmla="*/ 409768 w 5061562"/>
              <a:gd name="connsiteY89" fmla="*/ 2617984 h 3458505"/>
              <a:gd name="connsiteX90" fmla="*/ 1231349 w 5061562"/>
              <a:gd name="connsiteY90" fmla="*/ 2617984 h 3458505"/>
              <a:gd name="connsiteX91" fmla="*/ 1829963 w 5061562"/>
              <a:gd name="connsiteY91" fmla="*/ 3318119 h 3458505"/>
              <a:gd name="connsiteX92" fmla="*/ 2014073 w 5061562"/>
              <a:gd name="connsiteY92" fmla="*/ 3440887 h 3458505"/>
              <a:gd name="connsiteX93" fmla="*/ 2129676 w 5061562"/>
              <a:gd name="connsiteY93" fmla="*/ 3458506 h 3458505"/>
              <a:gd name="connsiteX94" fmla="*/ 2508934 w 5061562"/>
              <a:gd name="connsiteY94" fmla="*/ 3176346 h 3458505"/>
              <a:gd name="connsiteX95" fmla="*/ 2573017 w 5061562"/>
              <a:gd name="connsiteY95" fmla="*/ 2965226 h 3458505"/>
              <a:gd name="connsiteX96" fmla="*/ 2952936 w 5061562"/>
              <a:gd name="connsiteY96" fmla="*/ 1709810 h 3458505"/>
              <a:gd name="connsiteX97" fmla="*/ 3152813 w 5061562"/>
              <a:gd name="connsiteY97" fmla="*/ 2317999 h 3458505"/>
              <a:gd name="connsiteX98" fmla="*/ 3187906 w 5061562"/>
              <a:gd name="connsiteY98" fmla="*/ 2395050 h 3458505"/>
              <a:gd name="connsiteX99" fmla="*/ 3238765 w 5061562"/>
              <a:gd name="connsiteY99" fmla="*/ 2464909 h 3458505"/>
              <a:gd name="connsiteX100" fmla="*/ 3240799 w 5061562"/>
              <a:gd name="connsiteY100" fmla="*/ 2467477 h 3458505"/>
              <a:gd name="connsiteX101" fmla="*/ 3247411 w 5061562"/>
              <a:gd name="connsiteY101" fmla="*/ 2474669 h 3458505"/>
              <a:gd name="connsiteX102" fmla="*/ 3256566 w 5061562"/>
              <a:gd name="connsiteY102" fmla="*/ 2482888 h 3458505"/>
              <a:gd name="connsiteX103" fmla="*/ 3257583 w 5061562"/>
              <a:gd name="connsiteY103" fmla="*/ 2483915 h 3458505"/>
              <a:gd name="connsiteX104" fmla="*/ 3473226 w 5061562"/>
              <a:gd name="connsiteY104" fmla="*/ 2589732 h 3458505"/>
              <a:gd name="connsiteX105" fmla="*/ 3478821 w 5061562"/>
              <a:gd name="connsiteY105" fmla="*/ 2590245 h 3458505"/>
              <a:gd name="connsiteX106" fmla="*/ 3486958 w 5061562"/>
              <a:gd name="connsiteY106" fmla="*/ 2591273 h 3458505"/>
              <a:gd name="connsiteX107" fmla="*/ 3529171 w 5061562"/>
              <a:gd name="connsiteY107" fmla="*/ 2593327 h 3458505"/>
              <a:gd name="connsiteX108" fmla="*/ 4666385 w 5061562"/>
              <a:gd name="connsiteY108" fmla="*/ 2593327 h 3458505"/>
              <a:gd name="connsiteX109" fmla="*/ 4998496 w 5061562"/>
              <a:gd name="connsiteY109" fmla="*/ 2409946 h 3458505"/>
              <a:gd name="connsiteX110" fmla="*/ 5036641 w 5061562"/>
              <a:gd name="connsiteY110" fmla="*/ 2332895 h 3458505"/>
              <a:gd name="connsiteX111" fmla="*/ 5038167 w 5061562"/>
              <a:gd name="connsiteY111" fmla="*/ 2329813 h 3458505"/>
              <a:gd name="connsiteX112" fmla="*/ 5041727 w 5061562"/>
              <a:gd name="connsiteY112" fmla="*/ 2320054 h 3458505"/>
              <a:gd name="connsiteX113" fmla="*/ 5044779 w 5061562"/>
              <a:gd name="connsiteY113" fmla="*/ 2308239 h 3458505"/>
              <a:gd name="connsiteX114" fmla="*/ 5045287 w 5061562"/>
              <a:gd name="connsiteY114" fmla="*/ 2306698 h 3458505"/>
              <a:gd name="connsiteX115" fmla="*/ 5061054 w 5061562"/>
              <a:gd name="connsiteY115" fmla="*/ 2212182 h 3458505"/>
              <a:gd name="connsiteX116" fmla="*/ 5061562 w 5061562"/>
              <a:gd name="connsiteY116" fmla="*/ 2186499 h 3458505"/>
              <a:gd name="connsiteX117" fmla="*/ 5061054 w 5061562"/>
              <a:gd name="connsiteY117" fmla="*/ 2180335 h 3458505"/>
              <a:gd name="connsiteX118" fmla="*/ 5059528 w 5061562"/>
              <a:gd name="connsiteY118" fmla="*/ 2155165 h 3458505"/>
              <a:gd name="connsiteX119" fmla="*/ 5056476 w 5061562"/>
              <a:gd name="connsiteY119" fmla="*/ 2128967 h 3458505"/>
              <a:gd name="connsiteX120" fmla="*/ 5054950 w 5061562"/>
              <a:gd name="connsiteY120" fmla="*/ 2122803 h 3458505"/>
              <a:gd name="connsiteX121" fmla="*/ 5053882 w 5061562"/>
              <a:gd name="connsiteY121" fmla="*/ 2116125 h 3458505"/>
              <a:gd name="connsiteX122" fmla="*/ 5050831 w 5061562"/>
              <a:gd name="connsiteY122" fmla="*/ 2101229 h 3458505"/>
              <a:gd name="connsiteX123" fmla="*/ 5049814 w 5061562"/>
              <a:gd name="connsiteY123" fmla="*/ 2097120 h 3458505"/>
              <a:gd name="connsiteX124" fmla="*/ 5043710 w 5061562"/>
              <a:gd name="connsiteY124" fmla="*/ 2075032 h 3458505"/>
              <a:gd name="connsiteX125" fmla="*/ 5040659 w 5061562"/>
              <a:gd name="connsiteY125" fmla="*/ 2065272 h 3458505"/>
              <a:gd name="connsiteX126" fmla="*/ 5038625 w 5061562"/>
              <a:gd name="connsiteY126" fmla="*/ 2059622 h 3458505"/>
              <a:gd name="connsiteX127" fmla="*/ 5028961 w 5061562"/>
              <a:gd name="connsiteY127" fmla="*/ 2035993 h 3458505"/>
              <a:gd name="connsiteX128" fmla="*/ 5025910 w 5061562"/>
              <a:gd name="connsiteY128" fmla="*/ 2027774 h 3458505"/>
              <a:gd name="connsiteX129" fmla="*/ 4824507 w 5061562"/>
              <a:gd name="connsiteY129" fmla="*/ 1827955 h 3458505"/>
              <a:gd name="connsiteX130" fmla="*/ 4816878 w 5061562"/>
              <a:gd name="connsiteY130" fmla="*/ 1824873 h 3458505"/>
              <a:gd name="connsiteX131" fmla="*/ 4812809 w 5061562"/>
              <a:gd name="connsiteY131" fmla="*/ 1822818 h 3458505"/>
              <a:gd name="connsiteX132" fmla="*/ 4704479 w 5061562"/>
              <a:gd name="connsiteY132" fmla="*/ 1796621 h 3458505"/>
              <a:gd name="connsiteX133" fmla="*/ 4667860 w 5061562"/>
              <a:gd name="connsiteY133" fmla="*/ 1795080 h 3458505"/>
              <a:gd name="connsiteX134" fmla="*/ 4630733 w 5061562"/>
              <a:gd name="connsiteY134" fmla="*/ 1796107 h 3458505"/>
              <a:gd name="connsiteX135" fmla="*/ 4666335 w 5061562"/>
              <a:gd name="connsiteY135" fmla="*/ 1794566 h 3458505"/>
              <a:gd name="connsiteX136" fmla="*/ 3814441 w 5061562"/>
              <a:gd name="connsiteY136" fmla="*/ 1794566 h 3458505"/>
              <a:gd name="connsiteX137" fmla="*/ 3313986 w 5061562"/>
              <a:gd name="connsiteY137" fmla="*/ 270500 h 3458505"/>
              <a:gd name="connsiteX138" fmla="*/ 2937831 w 5061562"/>
              <a:gd name="connsiteY138" fmla="*/ 0 h 3458505"/>
              <a:gd name="connsiteX139" fmla="*/ 2937831 w 5061562"/>
              <a:gd name="connsiteY139" fmla="*/ 0 h 3458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</a:cxnLst>
            <a:rect l="l" t="t" r="r" b="b"/>
            <a:pathLst>
              <a:path w="5061562" h="3458505">
                <a:moveTo>
                  <a:pt x="2937780" y="102735"/>
                </a:moveTo>
                <a:cubicBezTo>
                  <a:pt x="3040160" y="102735"/>
                  <a:pt x="3174530" y="154205"/>
                  <a:pt x="3216285" y="299163"/>
                </a:cubicBezTo>
                <a:lnTo>
                  <a:pt x="3216794" y="301012"/>
                </a:lnTo>
                <a:lnTo>
                  <a:pt x="3217404" y="302810"/>
                </a:lnTo>
                <a:lnTo>
                  <a:pt x="3717859" y="1826876"/>
                </a:lnTo>
                <a:lnTo>
                  <a:pt x="3741000" y="1897250"/>
                </a:lnTo>
                <a:lnTo>
                  <a:pt x="4634955" y="1897250"/>
                </a:lnTo>
                <a:lnTo>
                  <a:pt x="4635056" y="1898688"/>
                </a:lnTo>
                <a:cubicBezTo>
                  <a:pt x="4645380" y="1898225"/>
                  <a:pt x="4656620" y="1897763"/>
                  <a:pt x="4667860" y="1897763"/>
                </a:cubicBezTo>
                <a:cubicBezTo>
                  <a:pt x="4677015" y="1897763"/>
                  <a:pt x="4686526" y="1898174"/>
                  <a:pt x="4694612" y="1898842"/>
                </a:cubicBezTo>
                <a:cubicBezTo>
                  <a:pt x="4719482" y="1901308"/>
                  <a:pt x="4745421" y="1907420"/>
                  <a:pt x="4771817" y="1917026"/>
                </a:cubicBezTo>
                <a:cubicBezTo>
                  <a:pt x="4772325" y="1917283"/>
                  <a:pt x="4772834" y="1917488"/>
                  <a:pt x="4773291" y="1917694"/>
                </a:cubicBezTo>
                <a:lnTo>
                  <a:pt x="4783514" y="1922830"/>
                </a:lnTo>
                <a:lnTo>
                  <a:pt x="4787024" y="1923550"/>
                </a:lnTo>
                <a:cubicBezTo>
                  <a:pt x="4849072" y="1952572"/>
                  <a:pt x="4899728" y="2002398"/>
                  <a:pt x="4930650" y="2064758"/>
                </a:cubicBezTo>
                <a:lnTo>
                  <a:pt x="4931261" y="2068251"/>
                </a:lnTo>
                <a:lnTo>
                  <a:pt x="4937974" y="2081863"/>
                </a:lnTo>
                <a:cubicBezTo>
                  <a:pt x="4939398" y="2084689"/>
                  <a:pt x="4941127" y="2088952"/>
                  <a:pt x="4941890" y="2091366"/>
                </a:cubicBezTo>
                <a:cubicBezTo>
                  <a:pt x="4942704" y="2094089"/>
                  <a:pt x="4943772" y="2097325"/>
                  <a:pt x="4945196" y="2101024"/>
                </a:cubicBezTo>
                <a:lnTo>
                  <a:pt x="4945908" y="2103284"/>
                </a:lnTo>
                <a:lnTo>
                  <a:pt x="4947586" y="2108626"/>
                </a:lnTo>
                <a:lnTo>
                  <a:pt x="4948655" y="2111708"/>
                </a:lnTo>
                <a:cubicBezTo>
                  <a:pt x="4948960" y="2112530"/>
                  <a:pt x="4949163" y="2113403"/>
                  <a:pt x="4949417" y="2114276"/>
                </a:cubicBezTo>
                <a:cubicBezTo>
                  <a:pt x="4950129" y="2118899"/>
                  <a:pt x="4951146" y="2123522"/>
                  <a:pt x="4952418" y="2128043"/>
                </a:cubicBezTo>
                <a:lnTo>
                  <a:pt x="4952621" y="2129019"/>
                </a:lnTo>
                <a:lnTo>
                  <a:pt x="4953181" y="2131690"/>
                </a:lnTo>
                <a:lnTo>
                  <a:pt x="4953181" y="2135183"/>
                </a:lnTo>
                <a:lnTo>
                  <a:pt x="4956080" y="2147151"/>
                </a:lnTo>
                <a:lnTo>
                  <a:pt x="4956080" y="2147151"/>
                </a:lnTo>
                <a:cubicBezTo>
                  <a:pt x="4956894" y="2154394"/>
                  <a:pt x="4957707" y="2161329"/>
                  <a:pt x="4958521" y="2167904"/>
                </a:cubicBezTo>
                <a:cubicBezTo>
                  <a:pt x="4958826" y="2170575"/>
                  <a:pt x="4958826" y="2173400"/>
                  <a:pt x="4958928" y="2176122"/>
                </a:cubicBezTo>
                <a:lnTo>
                  <a:pt x="4959437" y="2186601"/>
                </a:lnTo>
                <a:lnTo>
                  <a:pt x="4959792" y="2192200"/>
                </a:lnTo>
                <a:cubicBezTo>
                  <a:pt x="4959792" y="2196772"/>
                  <a:pt x="4959792" y="2201292"/>
                  <a:pt x="4959487" y="2205607"/>
                </a:cubicBezTo>
                <a:lnTo>
                  <a:pt x="4959386" y="2207251"/>
                </a:lnTo>
                <a:lnTo>
                  <a:pt x="4959386" y="2208895"/>
                </a:lnTo>
                <a:cubicBezTo>
                  <a:pt x="4958623" y="2230726"/>
                  <a:pt x="4954808" y="2253173"/>
                  <a:pt x="4947993" y="2276494"/>
                </a:cubicBezTo>
                <a:lnTo>
                  <a:pt x="4945044" y="2285637"/>
                </a:lnTo>
                <a:lnTo>
                  <a:pt x="4944789" y="2287538"/>
                </a:lnTo>
                <a:lnTo>
                  <a:pt x="4941381" y="2296681"/>
                </a:lnTo>
                <a:cubicBezTo>
                  <a:pt x="4933753" y="2317126"/>
                  <a:pt x="4924089" y="2336645"/>
                  <a:pt x="4913104" y="2354007"/>
                </a:cubicBezTo>
                <a:cubicBezTo>
                  <a:pt x="4858125" y="2439534"/>
                  <a:pt x="4765866" y="2490593"/>
                  <a:pt x="4666335" y="2490593"/>
                </a:cubicBezTo>
                <a:lnTo>
                  <a:pt x="3529121" y="2490593"/>
                </a:lnTo>
                <a:cubicBezTo>
                  <a:pt x="3517881" y="2490593"/>
                  <a:pt x="3508472" y="2490182"/>
                  <a:pt x="3499775" y="2489309"/>
                </a:cubicBezTo>
                <a:cubicBezTo>
                  <a:pt x="3497842" y="2489052"/>
                  <a:pt x="3495808" y="2488795"/>
                  <a:pt x="3493723" y="2488589"/>
                </a:cubicBezTo>
                <a:lnTo>
                  <a:pt x="3487365" y="2487511"/>
                </a:lnTo>
                <a:lnTo>
                  <a:pt x="3484263" y="2487511"/>
                </a:lnTo>
                <a:cubicBezTo>
                  <a:pt x="3425215" y="2477751"/>
                  <a:pt x="3371050" y="2450680"/>
                  <a:pt x="3328430" y="2410254"/>
                </a:cubicBezTo>
                <a:lnTo>
                  <a:pt x="3325175" y="2406967"/>
                </a:lnTo>
                <a:lnTo>
                  <a:pt x="3321615" y="2403988"/>
                </a:lnTo>
                <a:lnTo>
                  <a:pt x="3321056" y="2403525"/>
                </a:lnTo>
                <a:lnTo>
                  <a:pt x="3313274" y="2395050"/>
                </a:lnTo>
                <a:cubicBezTo>
                  <a:pt x="3299593" y="2380153"/>
                  <a:pt x="3286929" y="2362740"/>
                  <a:pt x="3274468" y="2341165"/>
                </a:cubicBezTo>
                <a:cubicBezTo>
                  <a:pt x="3264042" y="2324111"/>
                  <a:pt x="3255701" y="2305773"/>
                  <a:pt x="3249293" y="2285637"/>
                </a:cubicBezTo>
                <a:lnTo>
                  <a:pt x="3049416" y="1677449"/>
                </a:lnTo>
                <a:lnTo>
                  <a:pt x="2948867" y="1371506"/>
                </a:lnTo>
                <a:lnTo>
                  <a:pt x="2855591" y="1679761"/>
                </a:lnTo>
                <a:lnTo>
                  <a:pt x="2475672" y="2935074"/>
                </a:lnTo>
                <a:lnTo>
                  <a:pt x="2411640" y="3146039"/>
                </a:lnTo>
                <a:cubicBezTo>
                  <a:pt x="2373954" y="3269474"/>
                  <a:pt x="2257994" y="3355720"/>
                  <a:pt x="2129575" y="3355720"/>
                </a:cubicBezTo>
                <a:cubicBezTo>
                  <a:pt x="2100636" y="3355720"/>
                  <a:pt x="2071799" y="3351302"/>
                  <a:pt x="2043928" y="3342673"/>
                </a:cubicBezTo>
                <a:cubicBezTo>
                  <a:pt x="1991034" y="3326184"/>
                  <a:pt x="1943735" y="3294644"/>
                  <a:pt x="1906862" y="3250931"/>
                </a:cubicBezTo>
                <a:lnTo>
                  <a:pt x="1308248" y="2550795"/>
                </a:lnTo>
                <a:lnTo>
                  <a:pt x="1277834" y="2515198"/>
                </a:lnTo>
                <a:lnTo>
                  <a:pt x="409717" y="2515198"/>
                </a:lnTo>
                <a:cubicBezTo>
                  <a:pt x="248239" y="2515198"/>
                  <a:pt x="113258" y="2394433"/>
                  <a:pt x="102425" y="2240280"/>
                </a:cubicBezTo>
                <a:cubicBezTo>
                  <a:pt x="96576" y="2157168"/>
                  <a:pt x="124498" y="2077651"/>
                  <a:pt x="180952" y="2016473"/>
                </a:cubicBezTo>
                <a:cubicBezTo>
                  <a:pt x="236388" y="1956373"/>
                  <a:pt x="314101" y="1921957"/>
                  <a:pt x="395171" y="1921957"/>
                </a:cubicBezTo>
                <a:lnTo>
                  <a:pt x="1375382" y="1921957"/>
                </a:lnTo>
                <a:cubicBezTo>
                  <a:pt x="1484323" y="1921957"/>
                  <a:pt x="1587618" y="1969729"/>
                  <a:pt x="1658770" y="2053098"/>
                </a:cubicBezTo>
                <a:lnTo>
                  <a:pt x="1885603" y="2318821"/>
                </a:lnTo>
                <a:lnTo>
                  <a:pt x="2005631" y="2459413"/>
                </a:lnTo>
                <a:lnTo>
                  <a:pt x="2059847" y="2282042"/>
                </a:lnTo>
                <a:lnTo>
                  <a:pt x="2093973" y="2170472"/>
                </a:lnTo>
                <a:lnTo>
                  <a:pt x="2258350" y="1630294"/>
                </a:lnTo>
                <a:lnTo>
                  <a:pt x="2657087" y="306046"/>
                </a:lnTo>
                <a:lnTo>
                  <a:pt x="2657494" y="304659"/>
                </a:lnTo>
                <a:lnTo>
                  <a:pt x="2657901" y="303221"/>
                </a:lnTo>
                <a:cubicBezTo>
                  <a:pt x="2697927" y="155283"/>
                  <a:pt x="2833671" y="102735"/>
                  <a:pt x="2937831" y="102735"/>
                </a:cubicBezTo>
                <a:moveTo>
                  <a:pt x="2937780" y="0"/>
                </a:moveTo>
                <a:cubicBezTo>
                  <a:pt x="2773606" y="0"/>
                  <a:pt x="2609432" y="92307"/>
                  <a:pt x="2559743" y="276150"/>
                </a:cubicBezTo>
                <a:lnTo>
                  <a:pt x="2161006" y="1600398"/>
                </a:lnTo>
                <a:lnTo>
                  <a:pt x="1996730" y="2140268"/>
                </a:lnTo>
                <a:lnTo>
                  <a:pt x="1962654" y="2251735"/>
                </a:lnTo>
                <a:lnTo>
                  <a:pt x="1735822" y="1986012"/>
                </a:lnTo>
                <a:cubicBezTo>
                  <a:pt x="1645445" y="1880144"/>
                  <a:pt x="1513821" y="1819223"/>
                  <a:pt x="1375433" y="1819223"/>
                </a:cubicBezTo>
                <a:lnTo>
                  <a:pt x="395171" y="1819223"/>
                </a:lnTo>
                <a:cubicBezTo>
                  <a:pt x="394866" y="1819223"/>
                  <a:pt x="394561" y="1819223"/>
                  <a:pt x="394256" y="1819223"/>
                </a:cubicBezTo>
                <a:cubicBezTo>
                  <a:pt x="168135" y="1819223"/>
                  <a:pt x="-15314" y="2015240"/>
                  <a:pt x="1012" y="2247574"/>
                </a:cubicBezTo>
                <a:cubicBezTo>
                  <a:pt x="15863" y="2459002"/>
                  <a:pt x="199871" y="2617984"/>
                  <a:pt x="409768" y="2617984"/>
                </a:cubicBezTo>
                <a:lnTo>
                  <a:pt x="1231349" y="2617984"/>
                </a:lnTo>
                <a:lnTo>
                  <a:pt x="1829963" y="3318119"/>
                </a:lnTo>
                <a:cubicBezTo>
                  <a:pt x="1877262" y="3374109"/>
                  <a:pt x="1939819" y="3417772"/>
                  <a:pt x="2014073" y="3440887"/>
                </a:cubicBezTo>
                <a:cubicBezTo>
                  <a:pt x="2052472" y="3452856"/>
                  <a:pt x="2091379" y="3458506"/>
                  <a:pt x="2129676" y="3458506"/>
                </a:cubicBezTo>
                <a:cubicBezTo>
                  <a:pt x="2298885" y="3458506"/>
                  <a:pt x="2456651" y="3347655"/>
                  <a:pt x="2508934" y="3176346"/>
                </a:cubicBezTo>
                <a:lnTo>
                  <a:pt x="2573017" y="2965226"/>
                </a:lnTo>
                <a:lnTo>
                  <a:pt x="2952936" y="1709810"/>
                </a:lnTo>
                <a:lnTo>
                  <a:pt x="3152813" y="2317999"/>
                </a:lnTo>
                <a:cubicBezTo>
                  <a:pt x="3161459" y="2345223"/>
                  <a:pt x="3173156" y="2370907"/>
                  <a:pt x="3187906" y="2395050"/>
                </a:cubicBezTo>
                <a:cubicBezTo>
                  <a:pt x="3202146" y="2419706"/>
                  <a:pt x="3218930" y="2443335"/>
                  <a:pt x="3238765" y="2464909"/>
                </a:cubicBezTo>
                <a:cubicBezTo>
                  <a:pt x="3239274" y="2465937"/>
                  <a:pt x="3239782" y="2466450"/>
                  <a:pt x="3240799" y="2467477"/>
                </a:cubicBezTo>
                <a:cubicBezTo>
                  <a:pt x="3242834" y="2469532"/>
                  <a:pt x="3245377" y="2472101"/>
                  <a:pt x="3247411" y="2474669"/>
                </a:cubicBezTo>
                <a:cubicBezTo>
                  <a:pt x="3250463" y="2477751"/>
                  <a:pt x="3253514" y="2480319"/>
                  <a:pt x="3256566" y="2482888"/>
                </a:cubicBezTo>
                <a:lnTo>
                  <a:pt x="3257583" y="2483915"/>
                </a:lnTo>
                <a:cubicBezTo>
                  <a:pt x="3317088" y="2540419"/>
                  <a:pt x="3391852" y="2577403"/>
                  <a:pt x="3473226" y="2589732"/>
                </a:cubicBezTo>
                <a:cubicBezTo>
                  <a:pt x="3475261" y="2589732"/>
                  <a:pt x="3477295" y="2590245"/>
                  <a:pt x="3478821" y="2590245"/>
                </a:cubicBezTo>
                <a:cubicBezTo>
                  <a:pt x="3481872" y="2590759"/>
                  <a:pt x="3484415" y="2590759"/>
                  <a:pt x="3486958" y="2591273"/>
                </a:cubicBezTo>
                <a:cubicBezTo>
                  <a:pt x="3501199" y="2592814"/>
                  <a:pt x="3514931" y="2593327"/>
                  <a:pt x="3529171" y="2593327"/>
                </a:cubicBezTo>
                <a:lnTo>
                  <a:pt x="4666385" y="2593327"/>
                </a:lnTo>
                <a:cubicBezTo>
                  <a:pt x="4805231" y="2593327"/>
                  <a:pt x="4927802" y="2519872"/>
                  <a:pt x="4998496" y="2409946"/>
                </a:cubicBezTo>
                <a:cubicBezTo>
                  <a:pt x="5013754" y="2385804"/>
                  <a:pt x="5026469" y="2360120"/>
                  <a:pt x="5036641" y="2332895"/>
                </a:cubicBezTo>
                <a:cubicBezTo>
                  <a:pt x="5037658" y="2331868"/>
                  <a:pt x="5037658" y="2330841"/>
                  <a:pt x="5038167" y="2329813"/>
                </a:cubicBezTo>
                <a:cubicBezTo>
                  <a:pt x="5039184" y="2326731"/>
                  <a:pt x="5040201" y="2323136"/>
                  <a:pt x="5041727" y="2320054"/>
                </a:cubicBezTo>
                <a:cubicBezTo>
                  <a:pt x="5042744" y="2316458"/>
                  <a:pt x="5044270" y="2312348"/>
                  <a:pt x="5044779" y="2308239"/>
                </a:cubicBezTo>
                <a:lnTo>
                  <a:pt x="5045287" y="2306698"/>
                </a:lnTo>
                <a:cubicBezTo>
                  <a:pt x="5054442" y="2275364"/>
                  <a:pt x="5060036" y="2244030"/>
                  <a:pt x="5061054" y="2212182"/>
                </a:cubicBezTo>
                <a:cubicBezTo>
                  <a:pt x="5061562" y="2203963"/>
                  <a:pt x="5061562" y="2195231"/>
                  <a:pt x="5061562" y="2186499"/>
                </a:cubicBezTo>
                <a:cubicBezTo>
                  <a:pt x="5061054" y="2184444"/>
                  <a:pt x="5061562" y="2182389"/>
                  <a:pt x="5061054" y="2180335"/>
                </a:cubicBezTo>
                <a:cubicBezTo>
                  <a:pt x="5060545" y="2172116"/>
                  <a:pt x="5060545" y="2163383"/>
                  <a:pt x="5059528" y="2155165"/>
                </a:cubicBezTo>
                <a:cubicBezTo>
                  <a:pt x="5058510" y="2146946"/>
                  <a:pt x="5057493" y="2138213"/>
                  <a:pt x="5056476" y="2128967"/>
                </a:cubicBezTo>
                <a:cubicBezTo>
                  <a:pt x="5055968" y="2126913"/>
                  <a:pt x="5055459" y="2124858"/>
                  <a:pt x="5054950" y="2122803"/>
                </a:cubicBezTo>
                <a:cubicBezTo>
                  <a:pt x="5054950" y="2120749"/>
                  <a:pt x="5054442" y="2118180"/>
                  <a:pt x="5053882" y="2116125"/>
                </a:cubicBezTo>
                <a:cubicBezTo>
                  <a:pt x="5052865" y="2110989"/>
                  <a:pt x="5051848" y="2106366"/>
                  <a:pt x="5050831" y="2101229"/>
                </a:cubicBezTo>
                <a:cubicBezTo>
                  <a:pt x="5050322" y="2100202"/>
                  <a:pt x="5049814" y="2098661"/>
                  <a:pt x="5049814" y="2097120"/>
                </a:cubicBezTo>
                <a:cubicBezTo>
                  <a:pt x="5048288" y="2089414"/>
                  <a:pt x="5046253" y="2081709"/>
                  <a:pt x="5043710" y="2075032"/>
                </a:cubicBezTo>
                <a:cubicBezTo>
                  <a:pt x="5042693" y="2071436"/>
                  <a:pt x="5041676" y="2068354"/>
                  <a:pt x="5040659" y="2065272"/>
                </a:cubicBezTo>
                <a:cubicBezTo>
                  <a:pt x="5039642" y="2063217"/>
                  <a:pt x="5039133" y="2061162"/>
                  <a:pt x="5038625" y="2059622"/>
                </a:cubicBezTo>
                <a:cubicBezTo>
                  <a:pt x="5036081" y="2051916"/>
                  <a:pt x="5032521" y="2043184"/>
                  <a:pt x="5028961" y="2035993"/>
                </a:cubicBezTo>
                <a:cubicBezTo>
                  <a:pt x="5028453" y="2032911"/>
                  <a:pt x="5027435" y="2030342"/>
                  <a:pt x="5025910" y="2027774"/>
                </a:cubicBezTo>
                <a:cubicBezTo>
                  <a:pt x="4984714" y="1939422"/>
                  <a:pt x="4913511" y="1868022"/>
                  <a:pt x="4824507" y="1827955"/>
                </a:cubicBezTo>
                <a:cubicBezTo>
                  <a:pt x="4821964" y="1827441"/>
                  <a:pt x="4819421" y="1825387"/>
                  <a:pt x="4816878" y="1824873"/>
                </a:cubicBezTo>
                <a:cubicBezTo>
                  <a:pt x="4815861" y="1824359"/>
                  <a:pt x="4814335" y="1823846"/>
                  <a:pt x="4812809" y="1822818"/>
                </a:cubicBezTo>
                <a:cubicBezTo>
                  <a:pt x="4777716" y="1809463"/>
                  <a:pt x="4741098" y="1800217"/>
                  <a:pt x="4704479" y="1796621"/>
                </a:cubicBezTo>
                <a:cubicBezTo>
                  <a:pt x="4691764" y="1795594"/>
                  <a:pt x="4679558" y="1795080"/>
                  <a:pt x="4667860" y="1795080"/>
                </a:cubicBezTo>
                <a:cubicBezTo>
                  <a:pt x="4655145" y="1795080"/>
                  <a:pt x="4642431" y="1795594"/>
                  <a:pt x="4630733" y="1796107"/>
                </a:cubicBezTo>
                <a:cubicBezTo>
                  <a:pt x="4642431" y="1795080"/>
                  <a:pt x="4654637" y="1794566"/>
                  <a:pt x="4666335" y="1794566"/>
                </a:cubicBezTo>
                <a:lnTo>
                  <a:pt x="3814441" y="1794566"/>
                </a:lnTo>
                <a:lnTo>
                  <a:pt x="3313986" y="270500"/>
                </a:lnTo>
                <a:cubicBezTo>
                  <a:pt x="3262008" y="89944"/>
                  <a:pt x="3099919" y="0"/>
                  <a:pt x="2937831" y="0"/>
                </a:cubicBezTo>
                <a:lnTo>
                  <a:pt x="2937831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0768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E242DCA-FF15-148C-4EEB-1ACF76959CEA}"/>
              </a:ext>
            </a:extLst>
          </p:cNvPr>
          <p:cNvSpPr/>
          <p:nvPr/>
        </p:nvSpPr>
        <p:spPr>
          <a:xfrm>
            <a:off x="9011999" y="1705551"/>
            <a:ext cx="41704" cy="66777"/>
          </a:xfrm>
          <a:custGeom>
            <a:avLst/>
            <a:gdLst>
              <a:gd name="connsiteX0" fmla="*/ 0 w 41704"/>
              <a:gd name="connsiteY0" fmla="*/ 0 h 66777"/>
              <a:gd name="connsiteX1" fmla="*/ 41705 w 41704"/>
              <a:gd name="connsiteY1" fmla="*/ 66777 h 66777"/>
              <a:gd name="connsiteX2" fmla="*/ 0 w 41704"/>
              <a:gd name="connsiteY2" fmla="*/ 0 h 66777"/>
              <a:gd name="connsiteX3" fmla="*/ 0 w 41704"/>
              <a:gd name="connsiteY3" fmla="*/ 0 h 66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704" h="66777">
                <a:moveTo>
                  <a:pt x="0" y="0"/>
                </a:moveTo>
                <a:cubicBezTo>
                  <a:pt x="16275" y="20547"/>
                  <a:pt x="30007" y="43149"/>
                  <a:pt x="41705" y="66777"/>
                </a:cubicBezTo>
                <a:cubicBezTo>
                  <a:pt x="30515" y="42635"/>
                  <a:pt x="16784" y="20547"/>
                  <a:pt x="0" y="0"/>
                </a:cubicBezTo>
                <a:lnTo>
                  <a:pt x="0" y="0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0768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FF363E9-24FB-ABA8-ECE7-B159E18E7984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6" name="Podtytuł 2">
            <a:extLst>
              <a:ext uri="{FF2B5EF4-FFF2-40B4-BE49-F238E27FC236}">
                <a16:creationId xmlns:a16="http://schemas.microsoft.com/office/drawing/2014/main" id="{4C11AC40-F365-C89E-1397-85B556E07865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9" name="Graphic 18">
            <a:extLst>
              <a:ext uri="{FF2B5EF4-FFF2-40B4-BE49-F238E27FC236}">
                <a16:creationId xmlns:a16="http://schemas.microsoft.com/office/drawing/2014/main" id="{A67D6014-C462-0468-FE68-938BD518A38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Rechteck 1">
            <a:extLst>
              <a:ext uri="{FF2B5EF4-FFF2-40B4-BE49-F238E27FC236}">
                <a16:creationId xmlns:a16="http://schemas.microsoft.com/office/drawing/2014/main" id="{F450D835-337A-FC0B-7C63-CE908BC22F57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13" name="Podtytuł 2">
            <a:extLst>
              <a:ext uri="{FF2B5EF4-FFF2-40B4-BE49-F238E27FC236}">
                <a16:creationId xmlns:a16="http://schemas.microsoft.com/office/drawing/2014/main" id="{3E61D947-1995-1675-601C-89F7060F83B9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5" name="Graphic 18">
            <a:extLst>
              <a:ext uri="{FF2B5EF4-FFF2-40B4-BE49-F238E27FC236}">
                <a16:creationId xmlns:a16="http://schemas.microsoft.com/office/drawing/2014/main" id="{C407528D-FF60-7F94-9E5E-6A1F823C87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90269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bol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19/06/2026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A29A6A9-05F6-B65A-4E29-7B1A751BDD48}"/>
              </a:ext>
            </a:extLst>
          </p:cNvPr>
          <p:cNvSpPr/>
          <p:nvPr/>
        </p:nvSpPr>
        <p:spPr>
          <a:xfrm>
            <a:off x="6528048" y="1484782"/>
            <a:ext cx="3693948" cy="3868783"/>
          </a:xfrm>
          <a:custGeom>
            <a:avLst/>
            <a:gdLst>
              <a:gd name="connsiteX0" fmla="*/ 1767345 w 3693948"/>
              <a:gd name="connsiteY0" fmla="*/ 116617 h 3868783"/>
              <a:gd name="connsiteX1" fmla="*/ 2009949 w 3693948"/>
              <a:gd name="connsiteY1" fmla="*/ 217142 h 3868783"/>
              <a:gd name="connsiteX2" fmla="*/ 3462554 w 3693948"/>
              <a:gd name="connsiteY2" fmla="*/ 1676026 h 3868783"/>
              <a:gd name="connsiteX3" fmla="*/ 3462612 w 3693948"/>
              <a:gd name="connsiteY3" fmla="*/ 1676026 h 3868783"/>
              <a:gd name="connsiteX4" fmla="*/ 3461509 w 3693948"/>
              <a:gd name="connsiteY4" fmla="*/ 1674627 h 3868783"/>
              <a:gd name="connsiteX5" fmla="*/ 3462612 w 3693948"/>
              <a:gd name="connsiteY5" fmla="*/ 1675910 h 3868783"/>
              <a:gd name="connsiteX6" fmla="*/ 3484625 w 3693948"/>
              <a:gd name="connsiteY6" fmla="*/ 1653811 h 3868783"/>
              <a:gd name="connsiteX7" fmla="*/ 3467665 w 3693948"/>
              <a:gd name="connsiteY7" fmla="*/ 1680866 h 3868783"/>
              <a:gd name="connsiteX8" fmla="*/ 3465342 w 3693948"/>
              <a:gd name="connsiteY8" fmla="*/ 1679058 h 3868783"/>
              <a:gd name="connsiteX9" fmla="*/ 3465632 w 3693948"/>
              <a:gd name="connsiteY9" fmla="*/ 1679408 h 3868783"/>
              <a:gd name="connsiteX10" fmla="*/ 3465284 w 3693948"/>
              <a:gd name="connsiteY10" fmla="*/ 1679000 h 3868783"/>
              <a:gd name="connsiteX11" fmla="*/ 3456804 w 3693948"/>
              <a:gd name="connsiteY11" fmla="*/ 1671128 h 3868783"/>
              <a:gd name="connsiteX12" fmla="*/ 3462496 w 3693948"/>
              <a:gd name="connsiteY12" fmla="*/ 1677134 h 3868783"/>
              <a:gd name="connsiteX13" fmla="*/ 3468769 w 3693948"/>
              <a:gd name="connsiteY13" fmla="*/ 1683023 h 3868783"/>
              <a:gd name="connsiteX14" fmla="*/ 3471092 w 3693948"/>
              <a:gd name="connsiteY14" fmla="*/ 1685764 h 3868783"/>
              <a:gd name="connsiteX15" fmla="*/ 3477307 w 3693948"/>
              <a:gd name="connsiteY15" fmla="*/ 1690836 h 3868783"/>
              <a:gd name="connsiteX16" fmla="*/ 3478236 w 3693948"/>
              <a:gd name="connsiteY16" fmla="*/ 1691769 h 3868783"/>
              <a:gd name="connsiteX17" fmla="*/ 3500017 w 3693948"/>
              <a:gd name="connsiteY17" fmla="*/ 1715385 h 3868783"/>
              <a:gd name="connsiteX18" fmla="*/ 3517557 w 3693948"/>
              <a:gd name="connsiteY18" fmla="*/ 1739058 h 3868783"/>
              <a:gd name="connsiteX19" fmla="*/ 3550256 w 3693948"/>
              <a:gd name="connsiteY19" fmla="*/ 1798241 h 3868783"/>
              <a:gd name="connsiteX20" fmla="*/ 3551476 w 3693948"/>
              <a:gd name="connsiteY20" fmla="*/ 1800865 h 3868783"/>
              <a:gd name="connsiteX21" fmla="*/ 3555019 w 3693948"/>
              <a:gd name="connsiteY21" fmla="*/ 1809728 h 3868783"/>
              <a:gd name="connsiteX22" fmla="*/ 3577729 w 3693948"/>
              <a:gd name="connsiteY22" fmla="*/ 1934567 h 3868783"/>
              <a:gd name="connsiteX23" fmla="*/ 3577380 w 3693948"/>
              <a:gd name="connsiteY23" fmla="*/ 1950135 h 3868783"/>
              <a:gd name="connsiteX24" fmla="*/ 3577380 w 3693948"/>
              <a:gd name="connsiteY24" fmla="*/ 1950135 h 3868783"/>
              <a:gd name="connsiteX25" fmla="*/ 3573663 w 3693948"/>
              <a:gd name="connsiteY25" fmla="*/ 1984538 h 3868783"/>
              <a:gd name="connsiteX26" fmla="*/ 3568610 w 3693948"/>
              <a:gd name="connsiteY26" fmla="*/ 2012934 h 3868783"/>
              <a:gd name="connsiteX27" fmla="*/ 3565299 w 3693948"/>
              <a:gd name="connsiteY27" fmla="*/ 2025762 h 3868783"/>
              <a:gd name="connsiteX28" fmla="*/ 3557052 w 3693948"/>
              <a:gd name="connsiteY28" fmla="*/ 2052992 h 3868783"/>
              <a:gd name="connsiteX29" fmla="*/ 3551709 w 3693948"/>
              <a:gd name="connsiteY29" fmla="*/ 2063721 h 3868783"/>
              <a:gd name="connsiteX30" fmla="*/ 3550605 w 3693948"/>
              <a:gd name="connsiteY30" fmla="*/ 2068269 h 3868783"/>
              <a:gd name="connsiteX31" fmla="*/ 3549327 w 3693948"/>
              <a:gd name="connsiteY31" fmla="*/ 2070834 h 3868783"/>
              <a:gd name="connsiteX32" fmla="*/ 3548398 w 3693948"/>
              <a:gd name="connsiteY32" fmla="*/ 2074625 h 3868783"/>
              <a:gd name="connsiteX33" fmla="*/ 3548282 w 3693948"/>
              <a:gd name="connsiteY33" fmla="*/ 2074974 h 3868783"/>
              <a:gd name="connsiteX34" fmla="*/ 3543461 w 3693948"/>
              <a:gd name="connsiteY34" fmla="*/ 2083487 h 3868783"/>
              <a:gd name="connsiteX35" fmla="*/ 3541544 w 3693948"/>
              <a:gd name="connsiteY35" fmla="*/ 2089202 h 3868783"/>
              <a:gd name="connsiteX36" fmla="*/ 3541022 w 3693948"/>
              <a:gd name="connsiteY36" fmla="*/ 2089960 h 3868783"/>
              <a:gd name="connsiteX37" fmla="*/ 3537769 w 3693948"/>
              <a:gd name="connsiteY37" fmla="*/ 2096432 h 3868783"/>
              <a:gd name="connsiteX38" fmla="*/ 3533297 w 3693948"/>
              <a:gd name="connsiteY38" fmla="*/ 2104945 h 3868783"/>
              <a:gd name="connsiteX39" fmla="*/ 3531264 w 3693948"/>
              <a:gd name="connsiteY39" fmla="*/ 2108210 h 3868783"/>
              <a:gd name="connsiteX40" fmla="*/ 3526966 w 3693948"/>
              <a:gd name="connsiteY40" fmla="*/ 2115033 h 3868783"/>
              <a:gd name="connsiteX41" fmla="*/ 3524817 w 3693948"/>
              <a:gd name="connsiteY41" fmla="*/ 2118006 h 3868783"/>
              <a:gd name="connsiteX42" fmla="*/ 3522842 w 3693948"/>
              <a:gd name="connsiteY42" fmla="*/ 2121155 h 3868783"/>
              <a:gd name="connsiteX43" fmla="*/ 3511400 w 3693948"/>
              <a:gd name="connsiteY43" fmla="*/ 2137598 h 3868783"/>
              <a:gd name="connsiteX44" fmla="*/ 3509077 w 3693948"/>
              <a:gd name="connsiteY44" fmla="*/ 2140513 h 3868783"/>
              <a:gd name="connsiteX45" fmla="*/ 3506928 w 3693948"/>
              <a:gd name="connsiteY45" fmla="*/ 2143604 h 3868783"/>
              <a:gd name="connsiteX46" fmla="*/ 3502572 w 3693948"/>
              <a:gd name="connsiteY46" fmla="*/ 2149260 h 3868783"/>
              <a:gd name="connsiteX47" fmla="*/ 3499494 w 3693948"/>
              <a:gd name="connsiteY47" fmla="*/ 2152700 h 3868783"/>
              <a:gd name="connsiteX48" fmla="*/ 3496706 w 3693948"/>
              <a:gd name="connsiteY48" fmla="*/ 2156373 h 3868783"/>
              <a:gd name="connsiteX49" fmla="*/ 3496474 w 3693948"/>
              <a:gd name="connsiteY49" fmla="*/ 2156665 h 3868783"/>
              <a:gd name="connsiteX50" fmla="*/ 3496183 w 3693948"/>
              <a:gd name="connsiteY50" fmla="*/ 2157015 h 3868783"/>
              <a:gd name="connsiteX51" fmla="*/ 3473473 w 3693948"/>
              <a:gd name="connsiteY51" fmla="*/ 2181096 h 3868783"/>
              <a:gd name="connsiteX52" fmla="*/ 3437173 w 3693948"/>
              <a:gd name="connsiteY52" fmla="*/ 2215615 h 3868783"/>
              <a:gd name="connsiteX53" fmla="*/ 3437173 w 3693948"/>
              <a:gd name="connsiteY53" fmla="*/ 2218647 h 3868783"/>
              <a:gd name="connsiteX54" fmla="*/ 2010472 w 3693948"/>
              <a:gd name="connsiteY54" fmla="*/ 3651526 h 3868783"/>
              <a:gd name="connsiteX55" fmla="*/ 1767345 w 3693948"/>
              <a:gd name="connsiteY55" fmla="*/ 3752050 h 3868783"/>
              <a:gd name="connsiteX56" fmla="*/ 1524102 w 3693948"/>
              <a:gd name="connsiteY56" fmla="*/ 3651351 h 3868783"/>
              <a:gd name="connsiteX57" fmla="*/ 1423680 w 3693948"/>
              <a:gd name="connsiteY57" fmla="*/ 3407621 h 3868783"/>
              <a:gd name="connsiteX58" fmla="*/ 1524219 w 3693948"/>
              <a:gd name="connsiteY58" fmla="*/ 3162782 h 3868783"/>
              <a:gd name="connsiteX59" fmla="*/ 2206089 w 3693948"/>
              <a:gd name="connsiteY59" fmla="*/ 2478821 h 3868783"/>
              <a:gd name="connsiteX60" fmla="*/ 2404610 w 3693948"/>
              <a:gd name="connsiteY60" fmla="*/ 2279696 h 3868783"/>
              <a:gd name="connsiteX61" fmla="*/ 460001 w 3693948"/>
              <a:gd name="connsiteY61" fmla="*/ 2279696 h 3868783"/>
              <a:gd name="connsiteX62" fmla="*/ 116162 w 3693948"/>
              <a:gd name="connsiteY62" fmla="*/ 1933926 h 3868783"/>
              <a:gd name="connsiteX63" fmla="*/ 460001 w 3693948"/>
              <a:gd name="connsiteY63" fmla="*/ 1588738 h 3868783"/>
              <a:gd name="connsiteX64" fmla="*/ 2404261 w 3693948"/>
              <a:gd name="connsiteY64" fmla="*/ 1588738 h 3868783"/>
              <a:gd name="connsiteX65" fmla="*/ 2206147 w 3693948"/>
              <a:gd name="connsiteY65" fmla="*/ 1389672 h 3868783"/>
              <a:gd name="connsiteX66" fmla="*/ 1524102 w 3693948"/>
              <a:gd name="connsiteY66" fmla="*/ 704369 h 3868783"/>
              <a:gd name="connsiteX67" fmla="*/ 1423680 w 3693948"/>
              <a:gd name="connsiteY67" fmla="*/ 460697 h 3868783"/>
              <a:gd name="connsiteX68" fmla="*/ 1524277 w 3693948"/>
              <a:gd name="connsiteY68" fmla="*/ 216908 h 3868783"/>
              <a:gd name="connsiteX69" fmla="*/ 1767345 w 3693948"/>
              <a:gd name="connsiteY69" fmla="*/ 116384 h 3868783"/>
              <a:gd name="connsiteX70" fmla="*/ 1767345 w 3693948"/>
              <a:gd name="connsiteY70" fmla="*/ 0 h 3868783"/>
              <a:gd name="connsiteX71" fmla="*/ 1442150 w 3693948"/>
              <a:gd name="connsiteY71" fmla="*/ 134693 h 3868783"/>
              <a:gd name="connsiteX72" fmla="*/ 1442150 w 3693948"/>
              <a:gd name="connsiteY72" fmla="*/ 787168 h 3868783"/>
              <a:gd name="connsiteX73" fmla="*/ 2124021 w 3693948"/>
              <a:gd name="connsiteY73" fmla="*/ 1472295 h 3868783"/>
              <a:gd name="connsiteX74" fmla="*/ 460001 w 3693948"/>
              <a:gd name="connsiteY74" fmla="*/ 1472295 h 3868783"/>
              <a:gd name="connsiteX75" fmla="*/ 0 w 3693948"/>
              <a:gd name="connsiteY75" fmla="*/ 1934100 h 3868783"/>
              <a:gd name="connsiteX76" fmla="*/ 460001 w 3693948"/>
              <a:gd name="connsiteY76" fmla="*/ 2396489 h 3868783"/>
              <a:gd name="connsiteX77" fmla="*/ 2124021 w 3693948"/>
              <a:gd name="connsiteY77" fmla="*/ 2396489 h 3868783"/>
              <a:gd name="connsiteX78" fmla="*/ 1442150 w 3693948"/>
              <a:gd name="connsiteY78" fmla="*/ 3080450 h 3868783"/>
              <a:gd name="connsiteX79" fmla="*/ 1442150 w 3693948"/>
              <a:gd name="connsiteY79" fmla="*/ 3734091 h 3868783"/>
              <a:gd name="connsiteX80" fmla="*/ 1767403 w 3693948"/>
              <a:gd name="connsiteY80" fmla="*/ 3868784 h 3868783"/>
              <a:gd name="connsiteX81" fmla="*/ 2092657 w 3693948"/>
              <a:gd name="connsiteY81" fmla="*/ 3734091 h 3868783"/>
              <a:gd name="connsiteX82" fmla="*/ 3554555 w 3693948"/>
              <a:gd name="connsiteY82" fmla="*/ 2265877 h 3868783"/>
              <a:gd name="connsiteX83" fmla="*/ 3552812 w 3693948"/>
              <a:gd name="connsiteY83" fmla="*/ 2267044 h 3868783"/>
              <a:gd name="connsiteX84" fmla="*/ 3553393 w 3693948"/>
              <a:gd name="connsiteY84" fmla="*/ 2265877 h 3868783"/>
              <a:gd name="connsiteX85" fmla="*/ 3584757 w 3693948"/>
              <a:gd name="connsiteY85" fmla="*/ 2232641 h 3868783"/>
              <a:gd name="connsiteX86" fmla="*/ 3589403 w 3693948"/>
              <a:gd name="connsiteY86" fmla="*/ 2226810 h 3868783"/>
              <a:gd name="connsiteX87" fmla="*/ 3602181 w 3693948"/>
              <a:gd name="connsiteY87" fmla="*/ 2210484 h 3868783"/>
              <a:gd name="connsiteX88" fmla="*/ 3621347 w 3693948"/>
              <a:gd name="connsiteY88" fmla="*/ 2183079 h 3868783"/>
              <a:gd name="connsiteX89" fmla="*/ 3630060 w 3693948"/>
              <a:gd name="connsiteY89" fmla="*/ 2169668 h 3868783"/>
              <a:gd name="connsiteX90" fmla="*/ 3630640 w 3693948"/>
              <a:gd name="connsiteY90" fmla="*/ 2169085 h 3868783"/>
              <a:gd name="connsiteX91" fmla="*/ 3641676 w 3693948"/>
              <a:gd name="connsiteY91" fmla="*/ 2148677 h 3868783"/>
              <a:gd name="connsiteX92" fmla="*/ 3647484 w 3693948"/>
              <a:gd name="connsiteY92" fmla="*/ 2138181 h 3868783"/>
              <a:gd name="connsiteX93" fmla="*/ 3649807 w 3693948"/>
              <a:gd name="connsiteY93" fmla="*/ 2131767 h 3868783"/>
              <a:gd name="connsiteX94" fmla="*/ 3656196 w 3693948"/>
              <a:gd name="connsiteY94" fmla="*/ 2118356 h 3868783"/>
              <a:gd name="connsiteX95" fmla="*/ 3659100 w 3693948"/>
              <a:gd name="connsiteY95" fmla="*/ 2111359 h 3868783"/>
              <a:gd name="connsiteX96" fmla="*/ 3661423 w 3693948"/>
              <a:gd name="connsiteY96" fmla="*/ 2104362 h 3868783"/>
              <a:gd name="connsiteX97" fmla="*/ 3663747 w 3693948"/>
              <a:gd name="connsiteY97" fmla="*/ 2100281 h 3868783"/>
              <a:gd name="connsiteX98" fmla="*/ 3665489 w 3693948"/>
              <a:gd name="connsiteY98" fmla="*/ 2095033 h 3868783"/>
              <a:gd name="connsiteX99" fmla="*/ 3677686 w 3693948"/>
              <a:gd name="connsiteY99" fmla="*/ 2055383 h 3868783"/>
              <a:gd name="connsiteX100" fmla="*/ 3678267 w 3693948"/>
              <a:gd name="connsiteY100" fmla="*/ 2054216 h 3868783"/>
              <a:gd name="connsiteX101" fmla="*/ 3685237 w 3693948"/>
              <a:gd name="connsiteY101" fmla="*/ 2022147 h 3868783"/>
              <a:gd name="connsiteX102" fmla="*/ 3688141 w 3693948"/>
              <a:gd name="connsiteY102" fmla="*/ 2006403 h 3868783"/>
              <a:gd name="connsiteX103" fmla="*/ 3688141 w 3693948"/>
              <a:gd name="connsiteY103" fmla="*/ 2004654 h 3868783"/>
              <a:gd name="connsiteX104" fmla="*/ 3692206 w 3693948"/>
              <a:gd name="connsiteY104" fmla="*/ 1975500 h 3868783"/>
              <a:gd name="connsiteX105" fmla="*/ 3692206 w 3693948"/>
              <a:gd name="connsiteY105" fmla="*/ 1973750 h 3868783"/>
              <a:gd name="connsiteX106" fmla="*/ 3693949 w 3693948"/>
              <a:gd name="connsiteY106" fmla="*/ 1934684 h 3868783"/>
              <a:gd name="connsiteX107" fmla="*/ 3662585 w 3693948"/>
              <a:gd name="connsiteY107" fmla="*/ 1765588 h 3868783"/>
              <a:gd name="connsiteX108" fmla="*/ 3659100 w 3693948"/>
              <a:gd name="connsiteY108" fmla="*/ 1756842 h 3868783"/>
              <a:gd name="connsiteX109" fmla="*/ 3656777 w 3693948"/>
              <a:gd name="connsiteY109" fmla="*/ 1751594 h 3868783"/>
              <a:gd name="connsiteX110" fmla="*/ 3613216 w 3693948"/>
              <a:gd name="connsiteY110" fmla="*/ 1672877 h 3868783"/>
              <a:gd name="connsiteX111" fmla="*/ 3589403 w 3693948"/>
              <a:gd name="connsiteY111" fmla="*/ 1640808 h 3868783"/>
              <a:gd name="connsiteX112" fmla="*/ 3560363 w 3693948"/>
              <a:gd name="connsiteY112" fmla="*/ 1609321 h 3868783"/>
              <a:gd name="connsiteX113" fmla="*/ 3552231 w 3693948"/>
              <a:gd name="connsiteY113" fmla="*/ 1601741 h 3868783"/>
              <a:gd name="connsiteX114" fmla="*/ 3544681 w 3693948"/>
              <a:gd name="connsiteY114" fmla="*/ 1594744 h 3868783"/>
              <a:gd name="connsiteX115" fmla="*/ 3538292 w 3693948"/>
              <a:gd name="connsiteY115" fmla="*/ 1588330 h 3868783"/>
              <a:gd name="connsiteX116" fmla="*/ 3544681 w 3693948"/>
              <a:gd name="connsiteY116" fmla="*/ 1593578 h 3868783"/>
              <a:gd name="connsiteX117" fmla="*/ 2092076 w 3693948"/>
              <a:gd name="connsiteY117" fmla="*/ 134693 h 3868783"/>
              <a:gd name="connsiteX118" fmla="*/ 1767345 w 3693948"/>
              <a:gd name="connsiteY118" fmla="*/ 0 h 3868783"/>
              <a:gd name="connsiteX119" fmla="*/ 1767345 w 3693948"/>
              <a:gd name="connsiteY119" fmla="*/ 0 h 3868783"/>
              <a:gd name="connsiteX120" fmla="*/ 3559782 w 3693948"/>
              <a:gd name="connsiteY120" fmla="*/ 2260630 h 3868783"/>
              <a:gd name="connsiteX121" fmla="*/ 3554555 w 3693948"/>
              <a:gd name="connsiteY121" fmla="*/ 2265877 h 3868783"/>
              <a:gd name="connsiteX122" fmla="*/ 3559782 w 3693948"/>
              <a:gd name="connsiteY122" fmla="*/ 2260630 h 3868783"/>
              <a:gd name="connsiteX123" fmla="*/ 3559782 w 3693948"/>
              <a:gd name="connsiteY123" fmla="*/ 2260630 h 3868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3693948" h="3868783">
                <a:moveTo>
                  <a:pt x="1767345" y="116617"/>
                </a:moveTo>
                <a:cubicBezTo>
                  <a:pt x="1859404" y="116617"/>
                  <a:pt x="1945538" y="152244"/>
                  <a:pt x="2009949" y="217142"/>
                </a:cubicBezTo>
                <a:lnTo>
                  <a:pt x="3462554" y="1676026"/>
                </a:lnTo>
                <a:lnTo>
                  <a:pt x="3462612" y="1676026"/>
                </a:lnTo>
                <a:cubicBezTo>
                  <a:pt x="3462264" y="1675501"/>
                  <a:pt x="3461915" y="1675093"/>
                  <a:pt x="3461509" y="1674627"/>
                </a:cubicBezTo>
                <a:lnTo>
                  <a:pt x="3462612" y="1675910"/>
                </a:lnTo>
                <a:lnTo>
                  <a:pt x="3484625" y="1653811"/>
                </a:lnTo>
                <a:lnTo>
                  <a:pt x="3467665" y="1680866"/>
                </a:lnTo>
                <a:cubicBezTo>
                  <a:pt x="3466910" y="1680283"/>
                  <a:pt x="3466097" y="1679641"/>
                  <a:pt x="3465342" y="1679058"/>
                </a:cubicBezTo>
                <a:lnTo>
                  <a:pt x="3465632" y="1679408"/>
                </a:lnTo>
                <a:cubicBezTo>
                  <a:pt x="3465632" y="1679408"/>
                  <a:pt x="3465400" y="1679117"/>
                  <a:pt x="3465284" y="1679000"/>
                </a:cubicBezTo>
                <a:cubicBezTo>
                  <a:pt x="3462206" y="1676493"/>
                  <a:pt x="3459360" y="1673927"/>
                  <a:pt x="3456804" y="1671128"/>
                </a:cubicBezTo>
                <a:cubicBezTo>
                  <a:pt x="3458605" y="1673111"/>
                  <a:pt x="3460463" y="1675093"/>
                  <a:pt x="3462496" y="1677134"/>
                </a:cubicBezTo>
                <a:lnTo>
                  <a:pt x="3468769" y="1683023"/>
                </a:lnTo>
                <a:lnTo>
                  <a:pt x="3471092" y="1685764"/>
                </a:lnTo>
                <a:lnTo>
                  <a:pt x="3477307" y="1690836"/>
                </a:lnTo>
                <a:lnTo>
                  <a:pt x="3478236" y="1691769"/>
                </a:lnTo>
                <a:cubicBezTo>
                  <a:pt x="3485845" y="1699350"/>
                  <a:pt x="3492640" y="1707046"/>
                  <a:pt x="3500017" y="1715385"/>
                </a:cubicBezTo>
                <a:cubicBezTo>
                  <a:pt x="3505941" y="1722965"/>
                  <a:pt x="3511807" y="1730661"/>
                  <a:pt x="3517557" y="1739058"/>
                </a:cubicBezTo>
                <a:cubicBezTo>
                  <a:pt x="3530102" y="1757309"/>
                  <a:pt x="3541138" y="1777192"/>
                  <a:pt x="3550256" y="1798241"/>
                </a:cubicBezTo>
                <a:lnTo>
                  <a:pt x="3551476" y="1800865"/>
                </a:lnTo>
                <a:cubicBezTo>
                  <a:pt x="3552638" y="1803897"/>
                  <a:pt x="3553799" y="1806929"/>
                  <a:pt x="3555019" y="1809728"/>
                </a:cubicBezTo>
                <a:cubicBezTo>
                  <a:pt x="3570062" y="1849553"/>
                  <a:pt x="3577729" y="1891535"/>
                  <a:pt x="3577729" y="1934567"/>
                </a:cubicBezTo>
                <a:cubicBezTo>
                  <a:pt x="3577729" y="1939698"/>
                  <a:pt x="3577613" y="1944888"/>
                  <a:pt x="3577380" y="1950135"/>
                </a:cubicBezTo>
                <a:lnTo>
                  <a:pt x="3577380" y="1950135"/>
                </a:lnTo>
                <a:cubicBezTo>
                  <a:pt x="3577380" y="1950135"/>
                  <a:pt x="3573663" y="1984538"/>
                  <a:pt x="3573663" y="1984538"/>
                </a:cubicBezTo>
                <a:lnTo>
                  <a:pt x="3568610" y="2012934"/>
                </a:lnTo>
                <a:lnTo>
                  <a:pt x="3565299" y="2025762"/>
                </a:lnTo>
                <a:cubicBezTo>
                  <a:pt x="3563034" y="2034450"/>
                  <a:pt x="3560479" y="2043080"/>
                  <a:pt x="3557052" y="2052992"/>
                </a:cubicBezTo>
                <a:lnTo>
                  <a:pt x="3551709" y="2063721"/>
                </a:lnTo>
                <a:lnTo>
                  <a:pt x="3550605" y="2068269"/>
                </a:lnTo>
                <a:lnTo>
                  <a:pt x="3549327" y="2070834"/>
                </a:lnTo>
                <a:lnTo>
                  <a:pt x="3548398" y="2074625"/>
                </a:lnTo>
                <a:lnTo>
                  <a:pt x="3548282" y="2074974"/>
                </a:lnTo>
                <a:lnTo>
                  <a:pt x="3543461" y="2083487"/>
                </a:lnTo>
                <a:lnTo>
                  <a:pt x="3541544" y="2089202"/>
                </a:lnTo>
                <a:lnTo>
                  <a:pt x="3541022" y="2089960"/>
                </a:lnTo>
                <a:lnTo>
                  <a:pt x="3537769" y="2096432"/>
                </a:lnTo>
                <a:cubicBezTo>
                  <a:pt x="3536317" y="2099348"/>
                  <a:pt x="3534865" y="2102146"/>
                  <a:pt x="3533297" y="2104945"/>
                </a:cubicBezTo>
                <a:lnTo>
                  <a:pt x="3531264" y="2108210"/>
                </a:lnTo>
                <a:cubicBezTo>
                  <a:pt x="3529812" y="2110543"/>
                  <a:pt x="3528360" y="2112933"/>
                  <a:pt x="3526966" y="2115033"/>
                </a:cubicBezTo>
                <a:lnTo>
                  <a:pt x="3524817" y="2118006"/>
                </a:lnTo>
                <a:lnTo>
                  <a:pt x="3522842" y="2121155"/>
                </a:lnTo>
                <a:cubicBezTo>
                  <a:pt x="3519358" y="2126753"/>
                  <a:pt x="3515582" y="2132350"/>
                  <a:pt x="3511400" y="2137598"/>
                </a:cubicBezTo>
                <a:lnTo>
                  <a:pt x="3509077" y="2140513"/>
                </a:lnTo>
                <a:lnTo>
                  <a:pt x="3506928" y="2143604"/>
                </a:lnTo>
                <a:cubicBezTo>
                  <a:pt x="3505534" y="2145645"/>
                  <a:pt x="3504140" y="2147452"/>
                  <a:pt x="3502572" y="2149260"/>
                </a:cubicBezTo>
                <a:lnTo>
                  <a:pt x="3499494" y="2152700"/>
                </a:lnTo>
                <a:lnTo>
                  <a:pt x="3496706" y="2156373"/>
                </a:lnTo>
                <a:lnTo>
                  <a:pt x="3496474" y="2156665"/>
                </a:lnTo>
                <a:lnTo>
                  <a:pt x="3496183" y="2157015"/>
                </a:lnTo>
                <a:cubicBezTo>
                  <a:pt x="3489039" y="2165411"/>
                  <a:pt x="3481431" y="2173516"/>
                  <a:pt x="3473473" y="2181096"/>
                </a:cubicBezTo>
                <a:lnTo>
                  <a:pt x="3437173" y="2215615"/>
                </a:lnTo>
                <a:lnTo>
                  <a:pt x="3437173" y="2218647"/>
                </a:lnTo>
                <a:lnTo>
                  <a:pt x="2010472" y="3651526"/>
                </a:lnTo>
                <a:cubicBezTo>
                  <a:pt x="1945886" y="3716365"/>
                  <a:pt x="1859520" y="3752050"/>
                  <a:pt x="1767345" y="3752050"/>
                </a:cubicBezTo>
                <a:cubicBezTo>
                  <a:pt x="1675171" y="3752050"/>
                  <a:pt x="1588805" y="3716365"/>
                  <a:pt x="1524102" y="3651351"/>
                </a:cubicBezTo>
                <a:cubicBezTo>
                  <a:pt x="1459400" y="3586628"/>
                  <a:pt x="1423738" y="3500040"/>
                  <a:pt x="1423680" y="3407621"/>
                </a:cubicBezTo>
                <a:cubicBezTo>
                  <a:pt x="1423622" y="3314910"/>
                  <a:pt x="1459342" y="3227913"/>
                  <a:pt x="1524219" y="3162782"/>
                </a:cubicBezTo>
                <a:lnTo>
                  <a:pt x="2206089" y="2478821"/>
                </a:lnTo>
                <a:lnTo>
                  <a:pt x="2404610" y="2279696"/>
                </a:lnTo>
                <a:lnTo>
                  <a:pt x="460001" y="2279696"/>
                </a:lnTo>
                <a:cubicBezTo>
                  <a:pt x="270367" y="2279696"/>
                  <a:pt x="116162" y="2124595"/>
                  <a:pt x="116162" y="1933926"/>
                </a:cubicBezTo>
                <a:cubicBezTo>
                  <a:pt x="116162" y="1743256"/>
                  <a:pt x="270425" y="1588738"/>
                  <a:pt x="460001" y="1588738"/>
                </a:cubicBezTo>
                <a:lnTo>
                  <a:pt x="2404261" y="1588738"/>
                </a:lnTo>
                <a:lnTo>
                  <a:pt x="2206147" y="1389672"/>
                </a:lnTo>
                <a:lnTo>
                  <a:pt x="1524102" y="704369"/>
                </a:lnTo>
                <a:cubicBezTo>
                  <a:pt x="1459342" y="639530"/>
                  <a:pt x="1423680" y="553000"/>
                  <a:pt x="1423680" y="460697"/>
                </a:cubicBezTo>
                <a:cubicBezTo>
                  <a:pt x="1423680" y="368395"/>
                  <a:pt x="1459342" y="281864"/>
                  <a:pt x="1524277" y="216908"/>
                </a:cubicBezTo>
                <a:cubicBezTo>
                  <a:pt x="1588863" y="152069"/>
                  <a:pt x="1675171" y="116384"/>
                  <a:pt x="1767345" y="116384"/>
                </a:cubicBezTo>
                <a:moveTo>
                  <a:pt x="1767345" y="0"/>
                </a:moveTo>
                <a:cubicBezTo>
                  <a:pt x="1649499" y="0"/>
                  <a:pt x="1531595" y="44898"/>
                  <a:pt x="1442150" y="134693"/>
                </a:cubicBezTo>
                <a:cubicBezTo>
                  <a:pt x="1262680" y="314284"/>
                  <a:pt x="1262680" y="607577"/>
                  <a:pt x="1442150" y="787168"/>
                </a:cubicBezTo>
                <a:lnTo>
                  <a:pt x="2124021" y="1472295"/>
                </a:lnTo>
                <a:lnTo>
                  <a:pt x="460001" y="1472295"/>
                </a:lnTo>
                <a:cubicBezTo>
                  <a:pt x="206768" y="1472295"/>
                  <a:pt x="0" y="1680458"/>
                  <a:pt x="0" y="1934100"/>
                </a:cubicBezTo>
                <a:cubicBezTo>
                  <a:pt x="0" y="2187744"/>
                  <a:pt x="206768" y="2396489"/>
                  <a:pt x="460001" y="2396489"/>
                </a:cubicBezTo>
                <a:lnTo>
                  <a:pt x="2124021" y="2396489"/>
                </a:lnTo>
                <a:lnTo>
                  <a:pt x="1442150" y="3080450"/>
                </a:lnTo>
                <a:cubicBezTo>
                  <a:pt x="1262680" y="3260624"/>
                  <a:pt x="1262680" y="3554500"/>
                  <a:pt x="1442150" y="3734091"/>
                </a:cubicBezTo>
                <a:cubicBezTo>
                  <a:pt x="1531595" y="3823887"/>
                  <a:pt x="1649499" y="3868784"/>
                  <a:pt x="1767403" y="3868784"/>
                </a:cubicBezTo>
                <a:cubicBezTo>
                  <a:pt x="1885308" y="3868784"/>
                  <a:pt x="2003212" y="3823887"/>
                  <a:pt x="2092657" y="3734091"/>
                </a:cubicBezTo>
                <a:lnTo>
                  <a:pt x="3554555" y="2265877"/>
                </a:lnTo>
                <a:cubicBezTo>
                  <a:pt x="3554032" y="2266285"/>
                  <a:pt x="3553451" y="2266694"/>
                  <a:pt x="3552812" y="2267044"/>
                </a:cubicBezTo>
                <a:cubicBezTo>
                  <a:pt x="3553201" y="2266653"/>
                  <a:pt x="3553393" y="2266268"/>
                  <a:pt x="3553393" y="2265877"/>
                </a:cubicBezTo>
                <a:cubicBezTo>
                  <a:pt x="3564428" y="2255382"/>
                  <a:pt x="3574883" y="2244303"/>
                  <a:pt x="3584757" y="2232641"/>
                </a:cubicBezTo>
                <a:cubicBezTo>
                  <a:pt x="3586499" y="2230892"/>
                  <a:pt x="3587661" y="2229143"/>
                  <a:pt x="3589403" y="2226810"/>
                </a:cubicBezTo>
                <a:cubicBezTo>
                  <a:pt x="3594050" y="2221563"/>
                  <a:pt x="3598115" y="2216315"/>
                  <a:pt x="3602181" y="2210484"/>
                </a:cubicBezTo>
                <a:cubicBezTo>
                  <a:pt x="3609151" y="2201738"/>
                  <a:pt x="3615539" y="2192408"/>
                  <a:pt x="3621347" y="2183079"/>
                </a:cubicBezTo>
                <a:cubicBezTo>
                  <a:pt x="3624252" y="2178997"/>
                  <a:pt x="3627156" y="2174333"/>
                  <a:pt x="3630060" y="2169668"/>
                </a:cubicBezTo>
                <a:lnTo>
                  <a:pt x="3630640" y="2169085"/>
                </a:lnTo>
                <a:cubicBezTo>
                  <a:pt x="3634706" y="2162088"/>
                  <a:pt x="3638191" y="2155674"/>
                  <a:pt x="3641676" y="2148677"/>
                </a:cubicBezTo>
                <a:cubicBezTo>
                  <a:pt x="3643999" y="2145178"/>
                  <a:pt x="3645742" y="2141680"/>
                  <a:pt x="3647484" y="2138181"/>
                </a:cubicBezTo>
                <a:cubicBezTo>
                  <a:pt x="3648065" y="2135849"/>
                  <a:pt x="3649227" y="2133516"/>
                  <a:pt x="3649807" y="2131767"/>
                </a:cubicBezTo>
                <a:cubicBezTo>
                  <a:pt x="3652131" y="2127686"/>
                  <a:pt x="3654454" y="2123021"/>
                  <a:pt x="3656196" y="2118356"/>
                </a:cubicBezTo>
                <a:cubicBezTo>
                  <a:pt x="3657358" y="2116024"/>
                  <a:pt x="3658519" y="2113691"/>
                  <a:pt x="3659100" y="2111359"/>
                </a:cubicBezTo>
                <a:cubicBezTo>
                  <a:pt x="3660262" y="2109027"/>
                  <a:pt x="3660843" y="2106695"/>
                  <a:pt x="3661423" y="2104362"/>
                </a:cubicBezTo>
                <a:cubicBezTo>
                  <a:pt x="3662004" y="2103196"/>
                  <a:pt x="3663166" y="2102030"/>
                  <a:pt x="3663747" y="2100281"/>
                </a:cubicBezTo>
                <a:cubicBezTo>
                  <a:pt x="3664327" y="2098531"/>
                  <a:pt x="3664908" y="2096782"/>
                  <a:pt x="3665489" y="2095033"/>
                </a:cubicBezTo>
                <a:cubicBezTo>
                  <a:pt x="3670135" y="2082205"/>
                  <a:pt x="3674201" y="2068794"/>
                  <a:pt x="3677686" y="2055383"/>
                </a:cubicBezTo>
                <a:cubicBezTo>
                  <a:pt x="3678267" y="2054800"/>
                  <a:pt x="3678267" y="2054216"/>
                  <a:pt x="3678267" y="2054216"/>
                </a:cubicBezTo>
                <a:cubicBezTo>
                  <a:pt x="3681171" y="2043721"/>
                  <a:pt x="3683494" y="2032642"/>
                  <a:pt x="3685237" y="2022147"/>
                </a:cubicBezTo>
                <a:cubicBezTo>
                  <a:pt x="3686398" y="2016899"/>
                  <a:pt x="3687560" y="2011651"/>
                  <a:pt x="3688141" y="2006403"/>
                </a:cubicBezTo>
                <a:cubicBezTo>
                  <a:pt x="3688721" y="2005820"/>
                  <a:pt x="3688721" y="2005237"/>
                  <a:pt x="3688141" y="2004654"/>
                </a:cubicBezTo>
                <a:cubicBezTo>
                  <a:pt x="3689883" y="1994742"/>
                  <a:pt x="3691045" y="1984829"/>
                  <a:pt x="3692206" y="1975500"/>
                </a:cubicBezTo>
                <a:lnTo>
                  <a:pt x="3692206" y="1973750"/>
                </a:lnTo>
                <a:cubicBezTo>
                  <a:pt x="3693368" y="1960923"/>
                  <a:pt x="3693949" y="1947512"/>
                  <a:pt x="3693949" y="1934684"/>
                </a:cubicBezTo>
                <a:cubicBezTo>
                  <a:pt x="3693949" y="1876958"/>
                  <a:pt x="3683494" y="1819815"/>
                  <a:pt x="3662585" y="1765588"/>
                </a:cubicBezTo>
                <a:cubicBezTo>
                  <a:pt x="3661423" y="1763256"/>
                  <a:pt x="3660262" y="1759757"/>
                  <a:pt x="3659100" y="1756842"/>
                </a:cubicBezTo>
                <a:cubicBezTo>
                  <a:pt x="3658519" y="1755093"/>
                  <a:pt x="3657939" y="1753927"/>
                  <a:pt x="3656777" y="1751594"/>
                </a:cubicBezTo>
                <a:cubicBezTo>
                  <a:pt x="3644580" y="1723606"/>
                  <a:pt x="3630060" y="1697367"/>
                  <a:pt x="3613216" y="1672877"/>
                </a:cubicBezTo>
                <a:cubicBezTo>
                  <a:pt x="3605666" y="1661799"/>
                  <a:pt x="3597534" y="1651303"/>
                  <a:pt x="3589403" y="1640808"/>
                </a:cubicBezTo>
                <a:cubicBezTo>
                  <a:pt x="3580110" y="1630312"/>
                  <a:pt x="3570817" y="1619817"/>
                  <a:pt x="3560363" y="1609321"/>
                </a:cubicBezTo>
                <a:cubicBezTo>
                  <a:pt x="3558039" y="1606405"/>
                  <a:pt x="3555135" y="1604073"/>
                  <a:pt x="3552231" y="1601741"/>
                </a:cubicBezTo>
                <a:cubicBezTo>
                  <a:pt x="3549908" y="1598825"/>
                  <a:pt x="3547585" y="1597076"/>
                  <a:pt x="3544681" y="1594744"/>
                </a:cubicBezTo>
                <a:cubicBezTo>
                  <a:pt x="3542358" y="1592411"/>
                  <a:pt x="3540615" y="1590079"/>
                  <a:pt x="3538292" y="1588330"/>
                </a:cubicBezTo>
                <a:cubicBezTo>
                  <a:pt x="3540615" y="1589496"/>
                  <a:pt x="3542358" y="1591828"/>
                  <a:pt x="3544681" y="1593578"/>
                </a:cubicBezTo>
                <a:lnTo>
                  <a:pt x="2092076" y="134693"/>
                </a:lnTo>
                <a:cubicBezTo>
                  <a:pt x="2002922" y="44898"/>
                  <a:pt x="1885192" y="0"/>
                  <a:pt x="1767345" y="0"/>
                </a:cubicBezTo>
                <a:lnTo>
                  <a:pt x="1767345" y="0"/>
                </a:lnTo>
                <a:close/>
                <a:moveTo>
                  <a:pt x="3559782" y="2260630"/>
                </a:moveTo>
                <a:lnTo>
                  <a:pt x="3554555" y="2265877"/>
                </a:lnTo>
                <a:cubicBezTo>
                  <a:pt x="3556645" y="2264303"/>
                  <a:pt x="3558388" y="2262437"/>
                  <a:pt x="3559782" y="2260630"/>
                </a:cubicBezTo>
                <a:lnTo>
                  <a:pt x="3559782" y="226063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FA91AFC-1F4E-9AE4-C7B7-4D3156DE298F}"/>
              </a:ext>
            </a:extLst>
          </p:cNvPr>
          <p:cNvSpPr/>
          <p:nvPr/>
        </p:nvSpPr>
        <p:spPr>
          <a:xfrm>
            <a:off x="10080279" y="3086522"/>
            <a:ext cx="8131" cy="7580"/>
          </a:xfrm>
          <a:custGeom>
            <a:avLst/>
            <a:gdLst>
              <a:gd name="connsiteX0" fmla="*/ 0 w 8131"/>
              <a:gd name="connsiteY0" fmla="*/ 0 h 7580"/>
              <a:gd name="connsiteX1" fmla="*/ 8131 w 8131"/>
              <a:gd name="connsiteY1" fmla="*/ 7580 h 7580"/>
              <a:gd name="connsiteX2" fmla="*/ 7551 w 8131"/>
              <a:gd name="connsiteY2" fmla="*/ 6414 h 7580"/>
              <a:gd name="connsiteX3" fmla="*/ 0 w 8131"/>
              <a:gd name="connsiteY3" fmla="*/ 0 h 7580"/>
              <a:gd name="connsiteX4" fmla="*/ 0 w 8131"/>
              <a:gd name="connsiteY4" fmla="*/ 0 h 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31" h="7580">
                <a:moveTo>
                  <a:pt x="0" y="0"/>
                </a:moveTo>
                <a:cubicBezTo>
                  <a:pt x="2904" y="2332"/>
                  <a:pt x="5808" y="4665"/>
                  <a:pt x="8131" y="7580"/>
                </a:cubicBezTo>
                <a:cubicBezTo>
                  <a:pt x="8131" y="7580"/>
                  <a:pt x="8131" y="6997"/>
                  <a:pt x="7551" y="6414"/>
                </a:cubicBezTo>
                <a:cubicBezTo>
                  <a:pt x="5227" y="4082"/>
                  <a:pt x="2904" y="1749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C9A2A3D-3D55-78D5-3D6B-775A3D947105}"/>
              </a:ext>
            </a:extLst>
          </p:cNvPr>
          <p:cNvSpPr/>
          <p:nvPr/>
        </p:nvSpPr>
        <p:spPr>
          <a:xfrm>
            <a:off x="10177855" y="3603138"/>
            <a:ext cx="6388" cy="13410"/>
          </a:xfrm>
          <a:custGeom>
            <a:avLst/>
            <a:gdLst>
              <a:gd name="connsiteX0" fmla="*/ 6389 w 6388"/>
              <a:gd name="connsiteY0" fmla="*/ 0 h 13410"/>
              <a:gd name="connsiteX1" fmla="*/ 3659 w 6388"/>
              <a:gd name="connsiteY1" fmla="*/ 6472 h 13410"/>
              <a:gd name="connsiteX2" fmla="*/ 4646 w 6388"/>
              <a:gd name="connsiteY2" fmla="*/ 4665 h 13410"/>
              <a:gd name="connsiteX3" fmla="*/ 6389 w 6388"/>
              <a:gd name="connsiteY3" fmla="*/ 0 h 13410"/>
              <a:gd name="connsiteX4" fmla="*/ 6389 w 6388"/>
              <a:gd name="connsiteY4" fmla="*/ 0 h 13410"/>
              <a:gd name="connsiteX5" fmla="*/ 3659 w 6388"/>
              <a:gd name="connsiteY5" fmla="*/ 6472 h 13410"/>
              <a:gd name="connsiteX6" fmla="*/ 1104 w 6388"/>
              <a:gd name="connsiteY6" fmla="*/ 11487 h 13410"/>
              <a:gd name="connsiteX7" fmla="*/ 3659 w 6388"/>
              <a:gd name="connsiteY7" fmla="*/ 6472 h 13410"/>
              <a:gd name="connsiteX8" fmla="*/ 3659 w 6388"/>
              <a:gd name="connsiteY8" fmla="*/ 6472 h 13410"/>
              <a:gd name="connsiteX9" fmla="*/ 1104 w 6388"/>
              <a:gd name="connsiteY9" fmla="*/ 11487 h 13410"/>
              <a:gd name="connsiteX10" fmla="*/ 0 w 6388"/>
              <a:gd name="connsiteY10" fmla="*/ 13411 h 13410"/>
              <a:gd name="connsiteX11" fmla="*/ 1104 w 6388"/>
              <a:gd name="connsiteY11" fmla="*/ 11487 h 13410"/>
              <a:gd name="connsiteX12" fmla="*/ 1104 w 6388"/>
              <a:gd name="connsiteY12" fmla="*/ 11487 h 13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88" h="13410">
                <a:moveTo>
                  <a:pt x="6389" y="0"/>
                </a:moveTo>
                <a:cubicBezTo>
                  <a:pt x="5576" y="2157"/>
                  <a:pt x="4646" y="4373"/>
                  <a:pt x="3659" y="6472"/>
                </a:cubicBezTo>
                <a:cubicBezTo>
                  <a:pt x="3950" y="5889"/>
                  <a:pt x="4298" y="5248"/>
                  <a:pt x="4646" y="4665"/>
                </a:cubicBezTo>
                <a:cubicBezTo>
                  <a:pt x="5227" y="2915"/>
                  <a:pt x="5808" y="1749"/>
                  <a:pt x="6389" y="0"/>
                </a:cubicBezTo>
                <a:lnTo>
                  <a:pt x="6389" y="0"/>
                </a:lnTo>
                <a:close/>
                <a:moveTo>
                  <a:pt x="3659" y="6472"/>
                </a:moveTo>
                <a:cubicBezTo>
                  <a:pt x="2730" y="8163"/>
                  <a:pt x="1975" y="9796"/>
                  <a:pt x="1104" y="11487"/>
                </a:cubicBezTo>
                <a:cubicBezTo>
                  <a:pt x="1975" y="9854"/>
                  <a:pt x="2846" y="8221"/>
                  <a:pt x="3659" y="6472"/>
                </a:cubicBezTo>
                <a:lnTo>
                  <a:pt x="3659" y="6472"/>
                </a:lnTo>
                <a:close/>
                <a:moveTo>
                  <a:pt x="1104" y="11487"/>
                </a:moveTo>
                <a:cubicBezTo>
                  <a:pt x="755" y="12128"/>
                  <a:pt x="407" y="12769"/>
                  <a:pt x="0" y="13411"/>
                </a:cubicBezTo>
                <a:cubicBezTo>
                  <a:pt x="407" y="12769"/>
                  <a:pt x="755" y="12128"/>
                  <a:pt x="1104" y="11487"/>
                </a:cubicBezTo>
                <a:lnTo>
                  <a:pt x="1104" y="1148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89D2AE1-199B-0AE5-BE24-63885BBA3363}"/>
              </a:ext>
            </a:extLst>
          </p:cNvPr>
          <p:cNvSpPr/>
          <p:nvPr/>
        </p:nvSpPr>
        <p:spPr>
          <a:xfrm>
            <a:off x="10187148" y="3585062"/>
            <a:ext cx="4646" cy="11078"/>
          </a:xfrm>
          <a:custGeom>
            <a:avLst/>
            <a:gdLst>
              <a:gd name="connsiteX0" fmla="*/ 4647 w 4646"/>
              <a:gd name="connsiteY0" fmla="*/ 0 h 11078"/>
              <a:gd name="connsiteX1" fmla="*/ 4647 w 4646"/>
              <a:gd name="connsiteY1" fmla="*/ 58 h 11078"/>
              <a:gd name="connsiteX2" fmla="*/ 4647 w 4646"/>
              <a:gd name="connsiteY2" fmla="*/ 0 h 11078"/>
              <a:gd name="connsiteX3" fmla="*/ 4647 w 4646"/>
              <a:gd name="connsiteY3" fmla="*/ 0 h 11078"/>
              <a:gd name="connsiteX4" fmla="*/ 4647 w 4646"/>
              <a:gd name="connsiteY4" fmla="*/ 117 h 11078"/>
              <a:gd name="connsiteX5" fmla="*/ 2323 w 4646"/>
              <a:gd name="connsiteY5" fmla="*/ 4082 h 11078"/>
              <a:gd name="connsiteX6" fmla="*/ 0 w 4646"/>
              <a:gd name="connsiteY6" fmla="*/ 11079 h 11078"/>
              <a:gd name="connsiteX7" fmla="*/ 4647 w 4646"/>
              <a:gd name="connsiteY7" fmla="*/ 117 h 11078"/>
              <a:gd name="connsiteX8" fmla="*/ 4647 w 4646"/>
              <a:gd name="connsiteY8" fmla="*/ 117 h 11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46" h="11078">
                <a:moveTo>
                  <a:pt x="4647" y="0"/>
                </a:moveTo>
                <a:cubicBezTo>
                  <a:pt x="4647" y="0"/>
                  <a:pt x="4647" y="0"/>
                  <a:pt x="4647" y="58"/>
                </a:cubicBezTo>
                <a:cubicBezTo>
                  <a:pt x="4647" y="58"/>
                  <a:pt x="4647" y="58"/>
                  <a:pt x="4647" y="0"/>
                </a:cubicBezTo>
                <a:lnTo>
                  <a:pt x="4647" y="0"/>
                </a:lnTo>
                <a:close/>
                <a:moveTo>
                  <a:pt x="4647" y="117"/>
                </a:moveTo>
                <a:cubicBezTo>
                  <a:pt x="4066" y="1807"/>
                  <a:pt x="2962" y="2974"/>
                  <a:pt x="2323" y="4082"/>
                </a:cubicBezTo>
                <a:cubicBezTo>
                  <a:pt x="1742" y="6414"/>
                  <a:pt x="1162" y="8746"/>
                  <a:pt x="0" y="11079"/>
                </a:cubicBezTo>
                <a:cubicBezTo>
                  <a:pt x="1742" y="7580"/>
                  <a:pt x="3485" y="3557"/>
                  <a:pt x="4647" y="117"/>
                </a:cubicBezTo>
                <a:lnTo>
                  <a:pt x="4647" y="11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49C4CBE-0353-65C1-234A-8E9136C22A7B}"/>
              </a:ext>
            </a:extLst>
          </p:cNvPr>
          <p:cNvSpPr/>
          <p:nvPr/>
        </p:nvSpPr>
        <p:spPr>
          <a:xfrm>
            <a:off x="10080279" y="3086522"/>
            <a:ext cx="8131" cy="7580"/>
          </a:xfrm>
          <a:custGeom>
            <a:avLst/>
            <a:gdLst>
              <a:gd name="connsiteX0" fmla="*/ 0 w 8131"/>
              <a:gd name="connsiteY0" fmla="*/ 0 h 7580"/>
              <a:gd name="connsiteX1" fmla="*/ 8131 w 8131"/>
              <a:gd name="connsiteY1" fmla="*/ 7580 h 7580"/>
              <a:gd name="connsiteX2" fmla="*/ 7551 w 8131"/>
              <a:gd name="connsiteY2" fmla="*/ 6414 h 7580"/>
              <a:gd name="connsiteX3" fmla="*/ 0 w 8131"/>
              <a:gd name="connsiteY3" fmla="*/ 0 h 7580"/>
              <a:gd name="connsiteX4" fmla="*/ 0 w 8131"/>
              <a:gd name="connsiteY4" fmla="*/ 0 h 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31" h="7580">
                <a:moveTo>
                  <a:pt x="0" y="0"/>
                </a:moveTo>
                <a:cubicBezTo>
                  <a:pt x="2904" y="2332"/>
                  <a:pt x="5808" y="4665"/>
                  <a:pt x="8131" y="7580"/>
                </a:cubicBezTo>
                <a:cubicBezTo>
                  <a:pt x="8131" y="7580"/>
                  <a:pt x="8131" y="6997"/>
                  <a:pt x="7551" y="6414"/>
                </a:cubicBezTo>
                <a:cubicBezTo>
                  <a:pt x="5227" y="4082"/>
                  <a:pt x="2904" y="1749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46B388F-6D55-0116-7D66-F70407E58082}"/>
              </a:ext>
            </a:extLst>
          </p:cNvPr>
          <p:cNvSpPr/>
          <p:nvPr/>
        </p:nvSpPr>
        <p:spPr>
          <a:xfrm>
            <a:off x="10177855" y="3603138"/>
            <a:ext cx="6388" cy="13410"/>
          </a:xfrm>
          <a:custGeom>
            <a:avLst/>
            <a:gdLst>
              <a:gd name="connsiteX0" fmla="*/ 6389 w 6388"/>
              <a:gd name="connsiteY0" fmla="*/ 0 h 13410"/>
              <a:gd name="connsiteX1" fmla="*/ 3659 w 6388"/>
              <a:gd name="connsiteY1" fmla="*/ 6472 h 13410"/>
              <a:gd name="connsiteX2" fmla="*/ 4646 w 6388"/>
              <a:gd name="connsiteY2" fmla="*/ 4665 h 13410"/>
              <a:gd name="connsiteX3" fmla="*/ 6389 w 6388"/>
              <a:gd name="connsiteY3" fmla="*/ 0 h 13410"/>
              <a:gd name="connsiteX4" fmla="*/ 6389 w 6388"/>
              <a:gd name="connsiteY4" fmla="*/ 0 h 13410"/>
              <a:gd name="connsiteX5" fmla="*/ 3659 w 6388"/>
              <a:gd name="connsiteY5" fmla="*/ 6472 h 13410"/>
              <a:gd name="connsiteX6" fmla="*/ 1104 w 6388"/>
              <a:gd name="connsiteY6" fmla="*/ 11487 h 13410"/>
              <a:gd name="connsiteX7" fmla="*/ 3659 w 6388"/>
              <a:gd name="connsiteY7" fmla="*/ 6472 h 13410"/>
              <a:gd name="connsiteX8" fmla="*/ 3659 w 6388"/>
              <a:gd name="connsiteY8" fmla="*/ 6472 h 13410"/>
              <a:gd name="connsiteX9" fmla="*/ 1104 w 6388"/>
              <a:gd name="connsiteY9" fmla="*/ 11487 h 13410"/>
              <a:gd name="connsiteX10" fmla="*/ 0 w 6388"/>
              <a:gd name="connsiteY10" fmla="*/ 13411 h 13410"/>
              <a:gd name="connsiteX11" fmla="*/ 1104 w 6388"/>
              <a:gd name="connsiteY11" fmla="*/ 11487 h 13410"/>
              <a:gd name="connsiteX12" fmla="*/ 1104 w 6388"/>
              <a:gd name="connsiteY12" fmla="*/ 11487 h 13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88" h="13410">
                <a:moveTo>
                  <a:pt x="6389" y="0"/>
                </a:moveTo>
                <a:cubicBezTo>
                  <a:pt x="5576" y="2157"/>
                  <a:pt x="4646" y="4373"/>
                  <a:pt x="3659" y="6472"/>
                </a:cubicBezTo>
                <a:cubicBezTo>
                  <a:pt x="3950" y="5889"/>
                  <a:pt x="4298" y="5248"/>
                  <a:pt x="4646" y="4665"/>
                </a:cubicBezTo>
                <a:cubicBezTo>
                  <a:pt x="5227" y="2915"/>
                  <a:pt x="5808" y="1749"/>
                  <a:pt x="6389" y="0"/>
                </a:cubicBezTo>
                <a:lnTo>
                  <a:pt x="6389" y="0"/>
                </a:lnTo>
                <a:close/>
                <a:moveTo>
                  <a:pt x="3659" y="6472"/>
                </a:moveTo>
                <a:cubicBezTo>
                  <a:pt x="2730" y="8163"/>
                  <a:pt x="1975" y="9796"/>
                  <a:pt x="1104" y="11487"/>
                </a:cubicBezTo>
                <a:cubicBezTo>
                  <a:pt x="1975" y="9854"/>
                  <a:pt x="2846" y="8221"/>
                  <a:pt x="3659" y="6472"/>
                </a:cubicBezTo>
                <a:lnTo>
                  <a:pt x="3659" y="6472"/>
                </a:lnTo>
                <a:close/>
                <a:moveTo>
                  <a:pt x="1104" y="11487"/>
                </a:moveTo>
                <a:cubicBezTo>
                  <a:pt x="755" y="12128"/>
                  <a:pt x="407" y="12769"/>
                  <a:pt x="0" y="13411"/>
                </a:cubicBezTo>
                <a:cubicBezTo>
                  <a:pt x="407" y="12769"/>
                  <a:pt x="755" y="12128"/>
                  <a:pt x="1104" y="11487"/>
                </a:cubicBezTo>
                <a:lnTo>
                  <a:pt x="1104" y="1148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B755530-7746-53B9-D7F6-4074D6F3914D}"/>
              </a:ext>
            </a:extLst>
          </p:cNvPr>
          <p:cNvSpPr/>
          <p:nvPr/>
        </p:nvSpPr>
        <p:spPr>
          <a:xfrm>
            <a:off x="10187148" y="3585062"/>
            <a:ext cx="4646" cy="11078"/>
          </a:xfrm>
          <a:custGeom>
            <a:avLst/>
            <a:gdLst>
              <a:gd name="connsiteX0" fmla="*/ 4647 w 4646"/>
              <a:gd name="connsiteY0" fmla="*/ 0 h 11078"/>
              <a:gd name="connsiteX1" fmla="*/ 4647 w 4646"/>
              <a:gd name="connsiteY1" fmla="*/ 58 h 11078"/>
              <a:gd name="connsiteX2" fmla="*/ 4647 w 4646"/>
              <a:gd name="connsiteY2" fmla="*/ 0 h 11078"/>
              <a:gd name="connsiteX3" fmla="*/ 4647 w 4646"/>
              <a:gd name="connsiteY3" fmla="*/ 0 h 11078"/>
              <a:gd name="connsiteX4" fmla="*/ 4647 w 4646"/>
              <a:gd name="connsiteY4" fmla="*/ 117 h 11078"/>
              <a:gd name="connsiteX5" fmla="*/ 2323 w 4646"/>
              <a:gd name="connsiteY5" fmla="*/ 4082 h 11078"/>
              <a:gd name="connsiteX6" fmla="*/ 0 w 4646"/>
              <a:gd name="connsiteY6" fmla="*/ 11079 h 11078"/>
              <a:gd name="connsiteX7" fmla="*/ 4647 w 4646"/>
              <a:gd name="connsiteY7" fmla="*/ 117 h 11078"/>
              <a:gd name="connsiteX8" fmla="*/ 4647 w 4646"/>
              <a:gd name="connsiteY8" fmla="*/ 117 h 11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46" h="11078">
                <a:moveTo>
                  <a:pt x="4647" y="0"/>
                </a:moveTo>
                <a:cubicBezTo>
                  <a:pt x="4647" y="0"/>
                  <a:pt x="4647" y="0"/>
                  <a:pt x="4647" y="58"/>
                </a:cubicBezTo>
                <a:cubicBezTo>
                  <a:pt x="4647" y="58"/>
                  <a:pt x="4647" y="58"/>
                  <a:pt x="4647" y="0"/>
                </a:cubicBezTo>
                <a:lnTo>
                  <a:pt x="4647" y="0"/>
                </a:lnTo>
                <a:close/>
                <a:moveTo>
                  <a:pt x="4647" y="117"/>
                </a:moveTo>
                <a:cubicBezTo>
                  <a:pt x="4066" y="1807"/>
                  <a:pt x="2962" y="2974"/>
                  <a:pt x="2323" y="4082"/>
                </a:cubicBezTo>
                <a:cubicBezTo>
                  <a:pt x="1742" y="6414"/>
                  <a:pt x="1162" y="8746"/>
                  <a:pt x="0" y="11079"/>
                </a:cubicBezTo>
                <a:cubicBezTo>
                  <a:pt x="1742" y="7580"/>
                  <a:pt x="3485" y="3557"/>
                  <a:pt x="4647" y="117"/>
                </a:cubicBezTo>
                <a:lnTo>
                  <a:pt x="4647" y="11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303C933-C639-89EE-B70D-204B069DFDB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20" name="Podtytuł 2">
            <a:extLst>
              <a:ext uri="{FF2B5EF4-FFF2-40B4-BE49-F238E27FC236}">
                <a16:creationId xmlns:a16="http://schemas.microsoft.com/office/drawing/2014/main" id="{85D5D572-245D-4E98-11A3-CDF57BDCF947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1" name="Graphic 18">
            <a:extLst>
              <a:ext uri="{FF2B5EF4-FFF2-40B4-BE49-F238E27FC236}">
                <a16:creationId xmlns:a16="http://schemas.microsoft.com/office/drawing/2014/main" id="{8DEBB77D-18E4-09F4-3B51-F1944F29144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22" name="Rechteck 1">
            <a:extLst>
              <a:ext uri="{FF2B5EF4-FFF2-40B4-BE49-F238E27FC236}">
                <a16:creationId xmlns:a16="http://schemas.microsoft.com/office/drawing/2014/main" id="{6EF81A77-3E73-20EE-33EC-38FD61402470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23" name="Podtytuł 2">
            <a:extLst>
              <a:ext uri="{FF2B5EF4-FFF2-40B4-BE49-F238E27FC236}">
                <a16:creationId xmlns:a16="http://schemas.microsoft.com/office/drawing/2014/main" id="{2A4187EC-38F6-BFD2-98D4-1717CFC9BF10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4" name="Graphic 18">
            <a:extLst>
              <a:ext uri="{FF2B5EF4-FFF2-40B4-BE49-F238E27FC236}">
                <a16:creationId xmlns:a16="http://schemas.microsoft.com/office/drawing/2014/main" id="{9665CF72-F214-3926-0413-06D5B7FD7C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14779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on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19/06/2026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49DE295-6918-9FB1-6287-963A5B61425A}"/>
              </a:ext>
            </a:extLst>
          </p:cNvPr>
          <p:cNvSpPr/>
          <p:nvPr/>
        </p:nvSpPr>
        <p:spPr>
          <a:xfrm>
            <a:off x="6351476" y="1401076"/>
            <a:ext cx="3941627" cy="3941627"/>
          </a:xfrm>
          <a:custGeom>
            <a:avLst/>
            <a:gdLst>
              <a:gd name="connsiteX0" fmla="*/ 1970814 w 3941627"/>
              <a:gd name="connsiteY0" fmla="*/ 123764 h 3941627"/>
              <a:gd name="connsiteX1" fmla="*/ 3817864 w 3941627"/>
              <a:gd name="connsiteY1" fmla="*/ 1970814 h 3941627"/>
              <a:gd name="connsiteX2" fmla="*/ 1970814 w 3941627"/>
              <a:gd name="connsiteY2" fmla="*/ 3817864 h 3941627"/>
              <a:gd name="connsiteX3" fmla="*/ 123764 w 3941627"/>
              <a:gd name="connsiteY3" fmla="*/ 1970814 h 3941627"/>
              <a:gd name="connsiteX4" fmla="*/ 1970814 w 3941627"/>
              <a:gd name="connsiteY4" fmla="*/ 123764 h 3941627"/>
              <a:gd name="connsiteX5" fmla="*/ 1970814 w 3941627"/>
              <a:gd name="connsiteY5" fmla="*/ 0 h 3941627"/>
              <a:gd name="connsiteX6" fmla="*/ 0 w 3941627"/>
              <a:gd name="connsiteY6" fmla="*/ 1970814 h 3941627"/>
              <a:gd name="connsiteX7" fmla="*/ 1970814 w 3941627"/>
              <a:gd name="connsiteY7" fmla="*/ 3941628 h 3941627"/>
              <a:gd name="connsiteX8" fmla="*/ 3941628 w 3941627"/>
              <a:gd name="connsiteY8" fmla="*/ 1970814 h 3941627"/>
              <a:gd name="connsiteX9" fmla="*/ 1970814 w 3941627"/>
              <a:gd name="connsiteY9" fmla="*/ 0 h 3941627"/>
              <a:gd name="connsiteX10" fmla="*/ 1970814 w 3941627"/>
              <a:gd name="connsiteY10" fmla="*/ 0 h 3941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941627" h="3941627">
                <a:moveTo>
                  <a:pt x="1970814" y="123764"/>
                </a:moveTo>
                <a:cubicBezTo>
                  <a:pt x="2989266" y="123764"/>
                  <a:pt x="3817864" y="952362"/>
                  <a:pt x="3817864" y="1970814"/>
                </a:cubicBezTo>
                <a:cubicBezTo>
                  <a:pt x="3817864" y="2989266"/>
                  <a:pt x="2989266" y="3817864"/>
                  <a:pt x="1970814" y="3817864"/>
                </a:cubicBezTo>
                <a:cubicBezTo>
                  <a:pt x="952362" y="3817864"/>
                  <a:pt x="123764" y="2989328"/>
                  <a:pt x="123764" y="1970814"/>
                </a:cubicBezTo>
                <a:cubicBezTo>
                  <a:pt x="123764" y="952300"/>
                  <a:pt x="952362" y="123764"/>
                  <a:pt x="1970814" y="123764"/>
                </a:cubicBezTo>
                <a:moveTo>
                  <a:pt x="1970814" y="0"/>
                </a:moveTo>
                <a:cubicBezTo>
                  <a:pt x="882374" y="0"/>
                  <a:pt x="0" y="882374"/>
                  <a:pt x="0" y="1970814"/>
                </a:cubicBezTo>
                <a:cubicBezTo>
                  <a:pt x="0" y="3059254"/>
                  <a:pt x="882374" y="3941628"/>
                  <a:pt x="1970814" y="3941628"/>
                </a:cubicBezTo>
                <a:cubicBezTo>
                  <a:pt x="3059254" y="3941628"/>
                  <a:pt x="3941628" y="3059254"/>
                  <a:pt x="3941628" y="1970814"/>
                </a:cubicBezTo>
                <a:cubicBezTo>
                  <a:pt x="3941628" y="882374"/>
                  <a:pt x="3059316" y="0"/>
                  <a:pt x="1970814" y="0"/>
                </a:cubicBezTo>
                <a:lnTo>
                  <a:pt x="1970814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459A276-11FA-616E-90F1-0CAE1260FD68}"/>
              </a:ext>
            </a:extLst>
          </p:cNvPr>
          <p:cNvSpPr/>
          <p:nvPr/>
        </p:nvSpPr>
        <p:spPr>
          <a:xfrm>
            <a:off x="7195359" y="2244959"/>
            <a:ext cx="2253861" cy="2253861"/>
          </a:xfrm>
          <a:custGeom>
            <a:avLst/>
            <a:gdLst>
              <a:gd name="connsiteX0" fmla="*/ 1126931 w 2253861"/>
              <a:gd name="connsiteY0" fmla="*/ 123764 h 2253861"/>
              <a:gd name="connsiteX1" fmla="*/ 2130098 w 2253861"/>
              <a:gd name="connsiteY1" fmla="*/ 1126931 h 2253861"/>
              <a:gd name="connsiteX2" fmla="*/ 1126931 w 2253861"/>
              <a:gd name="connsiteY2" fmla="*/ 2130098 h 2253861"/>
              <a:gd name="connsiteX3" fmla="*/ 123764 w 2253861"/>
              <a:gd name="connsiteY3" fmla="*/ 1126931 h 2253861"/>
              <a:gd name="connsiteX4" fmla="*/ 1126931 w 2253861"/>
              <a:gd name="connsiteY4" fmla="*/ 123764 h 2253861"/>
              <a:gd name="connsiteX5" fmla="*/ 1126931 w 2253861"/>
              <a:gd name="connsiteY5" fmla="*/ 0 h 2253861"/>
              <a:gd name="connsiteX6" fmla="*/ 0 w 2253861"/>
              <a:gd name="connsiteY6" fmla="*/ 1126931 h 2253861"/>
              <a:gd name="connsiteX7" fmla="*/ 1126931 w 2253861"/>
              <a:gd name="connsiteY7" fmla="*/ 2253862 h 2253861"/>
              <a:gd name="connsiteX8" fmla="*/ 2253862 w 2253861"/>
              <a:gd name="connsiteY8" fmla="*/ 1126931 h 2253861"/>
              <a:gd name="connsiteX9" fmla="*/ 1126931 w 2253861"/>
              <a:gd name="connsiteY9" fmla="*/ 0 h 2253861"/>
              <a:gd name="connsiteX10" fmla="*/ 1126931 w 2253861"/>
              <a:gd name="connsiteY10" fmla="*/ 0 h 2253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53861" h="2253861">
                <a:moveTo>
                  <a:pt x="1126931" y="123764"/>
                </a:moveTo>
                <a:cubicBezTo>
                  <a:pt x="1680093" y="123764"/>
                  <a:pt x="2130098" y="573769"/>
                  <a:pt x="2130098" y="1126931"/>
                </a:cubicBezTo>
                <a:cubicBezTo>
                  <a:pt x="2130098" y="1680093"/>
                  <a:pt x="1680093" y="2130098"/>
                  <a:pt x="1126931" y="2130098"/>
                </a:cubicBezTo>
                <a:cubicBezTo>
                  <a:pt x="573769" y="2130098"/>
                  <a:pt x="123764" y="1680093"/>
                  <a:pt x="123764" y="1126931"/>
                </a:cubicBezTo>
                <a:cubicBezTo>
                  <a:pt x="123764" y="573769"/>
                  <a:pt x="573769" y="123764"/>
                  <a:pt x="1126931" y="123764"/>
                </a:cubicBezTo>
                <a:moveTo>
                  <a:pt x="1126931" y="0"/>
                </a:moveTo>
                <a:cubicBezTo>
                  <a:pt x="504523" y="0"/>
                  <a:pt x="0" y="504523"/>
                  <a:pt x="0" y="1126931"/>
                </a:cubicBezTo>
                <a:cubicBezTo>
                  <a:pt x="0" y="1749339"/>
                  <a:pt x="504523" y="2253862"/>
                  <a:pt x="1126931" y="2253862"/>
                </a:cubicBezTo>
                <a:cubicBezTo>
                  <a:pt x="1749339" y="2253862"/>
                  <a:pt x="2253862" y="1749339"/>
                  <a:pt x="2253862" y="1126931"/>
                </a:cubicBezTo>
                <a:cubicBezTo>
                  <a:pt x="2253862" y="504523"/>
                  <a:pt x="1749339" y="0"/>
                  <a:pt x="1126931" y="0"/>
                </a:cubicBezTo>
                <a:lnTo>
                  <a:pt x="1126931" y="0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F59244A-6C8F-FF35-F3A9-54A04A9486FB}"/>
              </a:ext>
            </a:extLst>
          </p:cNvPr>
          <p:cNvSpPr/>
          <p:nvPr/>
        </p:nvSpPr>
        <p:spPr>
          <a:xfrm>
            <a:off x="7872656" y="2922318"/>
            <a:ext cx="899267" cy="899267"/>
          </a:xfrm>
          <a:custGeom>
            <a:avLst/>
            <a:gdLst>
              <a:gd name="connsiteX0" fmla="*/ 449634 w 899267"/>
              <a:gd name="connsiteY0" fmla="*/ 123764 h 899267"/>
              <a:gd name="connsiteX1" fmla="*/ 775504 w 899267"/>
              <a:gd name="connsiteY1" fmla="*/ 449634 h 899267"/>
              <a:gd name="connsiteX2" fmla="*/ 449634 w 899267"/>
              <a:gd name="connsiteY2" fmla="*/ 775504 h 899267"/>
              <a:gd name="connsiteX3" fmla="*/ 123764 w 899267"/>
              <a:gd name="connsiteY3" fmla="*/ 449634 h 899267"/>
              <a:gd name="connsiteX4" fmla="*/ 449634 w 899267"/>
              <a:gd name="connsiteY4" fmla="*/ 123764 h 899267"/>
              <a:gd name="connsiteX5" fmla="*/ 449634 w 899267"/>
              <a:gd name="connsiteY5" fmla="*/ 0 h 899267"/>
              <a:gd name="connsiteX6" fmla="*/ 0 w 899267"/>
              <a:gd name="connsiteY6" fmla="*/ 449634 h 899267"/>
              <a:gd name="connsiteX7" fmla="*/ 449634 w 899267"/>
              <a:gd name="connsiteY7" fmla="*/ 899268 h 899267"/>
              <a:gd name="connsiteX8" fmla="*/ 899267 w 899267"/>
              <a:gd name="connsiteY8" fmla="*/ 449634 h 899267"/>
              <a:gd name="connsiteX9" fmla="*/ 449634 w 899267"/>
              <a:gd name="connsiteY9" fmla="*/ 0 h 899267"/>
              <a:gd name="connsiteX10" fmla="*/ 449634 w 899267"/>
              <a:gd name="connsiteY10" fmla="*/ 0 h 899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99267" h="899267">
                <a:moveTo>
                  <a:pt x="449634" y="123764"/>
                </a:moveTo>
                <a:cubicBezTo>
                  <a:pt x="629339" y="123764"/>
                  <a:pt x="775504" y="269929"/>
                  <a:pt x="775504" y="449634"/>
                </a:cubicBezTo>
                <a:cubicBezTo>
                  <a:pt x="775504" y="629339"/>
                  <a:pt x="629339" y="775504"/>
                  <a:pt x="449634" y="775504"/>
                </a:cubicBezTo>
                <a:cubicBezTo>
                  <a:pt x="269929" y="775504"/>
                  <a:pt x="123764" y="629339"/>
                  <a:pt x="123764" y="449634"/>
                </a:cubicBezTo>
                <a:cubicBezTo>
                  <a:pt x="123764" y="269929"/>
                  <a:pt x="269929" y="123764"/>
                  <a:pt x="449634" y="123764"/>
                </a:cubicBezTo>
                <a:moveTo>
                  <a:pt x="449634" y="0"/>
                </a:moveTo>
                <a:cubicBezTo>
                  <a:pt x="201302" y="0"/>
                  <a:pt x="0" y="201302"/>
                  <a:pt x="0" y="449634"/>
                </a:cubicBezTo>
                <a:cubicBezTo>
                  <a:pt x="0" y="697966"/>
                  <a:pt x="201302" y="899268"/>
                  <a:pt x="449634" y="899268"/>
                </a:cubicBezTo>
                <a:cubicBezTo>
                  <a:pt x="697966" y="899268"/>
                  <a:pt x="899267" y="697966"/>
                  <a:pt x="899267" y="449634"/>
                </a:cubicBezTo>
                <a:cubicBezTo>
                  <a:pt x="899267" y="201302"/>
                  <a:pt x="697966" y="0"/>
                  <a:pt x="449634" y="0"/>
                </a:cubicBezTo>
                <a:lnTo>
                  <a:pt x="449634" y="0"/>
                </a:lnTo>
                <a:close/>
              </a:path>
            </a:pathLst>
          </a:cu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B06803F-022D-E08B-B639-4A32D75D9B17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584DD5C-35BD-E5D7-31DC-A4B55264F136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2" name="Graphic 18">
            <a:extLst>
              <a:ext uri="{FF2B5EF4-FFF2-40B4-BE49-F238E27FC236}">
                <a16:creationId xmlns:a16="http://schemas.microsoft.com/office/drawing/2014/main" id="{1A9529C8-AFEB-95BF-0DF2-2FB93F2DA06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Rechteck 1">
            <a:extLst>
              <a:ext uri="{FF2B5EF4-FFF2-40B4-BE49-F238E27FC236}">
                <a16:creationId xmlns:a16="http://schemas.microsoft.com/office/drawing/2014/main" id="{5AED4EEF-EF5E-0D6F-D253-2BF1C37D4A1F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15" name="Podtytuł 2">
            <a:extLst>
              <a:ext uri="{FF2B5EF4-FFF2-40B4-BE49-F238E27FC236}">
                <a16:creationId xmlns:a16="http://schemas.microsoft.com/office/drawing/2014/main" id="{C6DF60A4-DAD8-ABEA-3625-B7E02EFA074C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0" name="Graphic 18">
            <a:extLst>
              <a:ext uri="{FF2B5EF4-FFF2-40B4-BE49-F238E27FC236}">
                <a16:creationId xmlns:a16="http://schemas.microsoft.com/office/drawing/2014/main" id="{48737686-09C1-39EE-F2D6-642CE9B39B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8013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ur Brand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E2BCA260-4D42-6897-F2F2-D8EEC3D27B3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7235927-9A50-EB86-034C-8D1B37B0465E}"/>
              </a:ext>
            </a:extLst>
          </p:cNvPr>
          <p:cNvSpPr/>
          <p:nvPr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10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F8AF07A-8328-45D1-B8F0-4A330E28C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68C23C0-1C99-915B-2FB4-2F9A5799728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6B17C78-4889-F17F-3301-157C04A24E5C}"/>
              </a:ext>
            </a:extLst>
          </p:cNvPr>
          <p:cNvSpPr txBox="1"/>
          <p:nvPr/>
        </p:nvSpPr>
        <p:spPr>
          <a:xfrm>
            <a:off x="479376" y="1765265"/>
            <a:ext cx="655272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sz="6600" dirty="0" err="1">
                <a:solidFill>
                  <a:schemeClr val="bg1"/>
                </a:solidFill>
              </a:rPr>
              <a:t>Connected</a:t>
            </a:r>
            <a:r>
              <a:rPr lang="de-CH" sz="6600" dirty="0">
                <a:solidFill>
                  <a:schemeClr val="bg1"/>
                </a:solidFill>
              </a:rPr>
              <a:t> </a:t>
            </a:r>
            <a:r>
              <a:rPr lang="de-CH" sz="6600" dirty="0" err="1">
                <a:solidFill>
                  <a:schemeClr val="bg1"/>
                </a:solidFill>
              </a:rPr>
              <a:t>life</a:t>
            </a:r>
            <a:r>
              <a:rPr lang="de-CH" sz="6600" dirty="0">
                <a:solidFill>
                  <a:schemeClr val="bg1"/>
                </a:solidFill>
              </a:rPr>
              <a:t>,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20616E-0E08-2793-5C1C-0C68EC314A75}"/>
              </a:ext>
            </a:extLst>
          </p:cNvPr>
          <p:cNvSpPr/>
          <p:nvPr/>
        </p:nvSpPr>
        <p:spPr bwMode="white">
          <a:xfrm>
            <a:off x="2783632" y="2780928"/>
            <a:ext cx="7272808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GB" sz="12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brighter.</a:t>
            </a:r>
          </a:p>
        </p:txBody>
      </p:sp>
      <p:pic>
        <p:nvPicPr>
          <p:cNvPr id="14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5282E6DA-62AC-DCD3-EA52-A408190A37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15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98857527-BCAA-CEBF-4E86-492DEBC34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16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7F9B32FC-2CCF-D706-7554-3C394B9AD0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17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ACED9EA-CA85-D97F-AEF0-36B8A85AFA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18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16CF7AC-CBF3-CEED-EE21-14E2BA24F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2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B63185F1-6A43-8499-86A5-713C7A7D6F0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18">
            <a:extLst>
              <a:ext uri="{FF2B5EF4-FFF2-40B4-BE49-F238E27FC236}">
                <a16:creationId xmlns:a16="http://schemas.microsoft.com/office/drawing/2014/main" id="{B9BC9A06-EF2F-E3DA-FB89-F18296D663C4}"/>
              </a:ext>
            </a:extLst>
          </p:cNvPr>
          <p:cNvSpPr/>
          <p:nvPr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4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2A07103-5452-768E-8A41-17FF58C539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DD04DB1C-BED2-16B6-BDF7-18D38DC87B9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6" name="TextBox 11">
            <a:extLst>
              <a:ext uri="{FF2B5EF4-FFF2-40B4-BE49-F238E27FC236}">
                <a16:creationId xmlns:a16="http://schemas.microsoft.com/office/drawing/2014/main" id="{6243B0B5-5FEB-9B61-E679-8C4F4DAB4503}"/>
              </a:ext>
            </a:extLst>
          </p:cNvPr>
          <p:cNvSpPr txBox="1"/>
          <p:nvPr/>
        </p:nvSpPr>
        <p:spPr>
          <a:xfrm>
            <a:off x="479376" y="1765265"/>
            <a:ext cx="655272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sz="6600" dirty="0" err="1">
                <a:solidFill>
                  <a:schemeClr val="bg1"/>
                </a:solidFill>
              </a:rPr>
              <a:t>Connected</a:t>
            </a:r>
            <a:r>
              <a:rPr lang="de-CH" sz="6600" dirty="0">
                <a:solidFill>
                  <a:schemeClr val="bg1"/>
                </a:solidFill>
              </a:rPr>
              <a:t> </a:t>
            </a:r>
            <a:r>
              <a:rPr lang="de-CH" sz="6600" dirty="0" err="1">
                <a:solidFill>
                  <a:schemeClr val="bg1"/>
                </a:solidFill>
              </a:rPr>
              <a:t>life</a:t>
            </a:r>
            <a:r>
              <a:rPr lang="de-CH" sz="6600" dirty="0">
                <a:solidFill>
                  <a:schemeClr val="bg1"/>
                </a:solidFill>
              </a:rPr>
              <a:t>,</a:t>
            </a: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A1CE3CC4-4EAD-2A17-70B7-7B3301E68AAF}"/>
              </a:ext>
            </a:extLst>
          </p:cNvPr>
          <p:cNvSpPr/>
          <p:nvPr/>
        </p:nvSpPr>
        <p:spPr bwMode="white">
          <a:xfrm>
            <a:off x="2783632" y="2780928"/>
            <a:ext cx="7272808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GB" sz="12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brighter.</a:t>
            </a:r>
          </a:p>
        </p:txBody>
      </p:sp>
      <p:pic>
        <p:nvPicPr>
          <p:cNvPr id="11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7F81D311-4F4D-244C-37A1-4E047209D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20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28DC3CEF-DB75-F8A2-5AD6-0C7A9CED9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21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EF99EE7-18A4-2862-5B30-AAF578747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22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E75B65CC-230C-6751-C675-03CE6E04D3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23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48F5CE5-8C78-B6D8-0C62-8B6EA43F1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24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FAECECCF-0D3E-3152-8D61-BA9DC1BBEA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Rectangle 18">
            <a:extLst>
              <a:ext uri="{FF2B5EF4-FFF2-40B4-BE49-F238E27FC236}">
                <a16:creationId xmlns:a16="http://schemas.microsoft.com/office/drawing/2014/main" id="{CDFFEA21-3DF0-5076-C4FF-F80B6849EA65}"/>
              </a:ext>
            </a:extLst>
          </p:cNvPr>
          <p:cNvSpPr/>
          <p:nvPr userDrawn="1"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26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20FB6D1-3DBC-3788-83CC-675C4382A3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27" name="Graphic 7">
            <a:extLst>
              <a:ext uri="{FF2B5EF4-FFF2-40B4-BE49-F238E27FC236}">
                <a16:creationId xmlns:a16="http://schemas.microsoft.com/office/drawing/2014/main" id="{5EEB19E4-BE29-4A87-AC24-96395EB54E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0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5270C39-687E-9AAC-C1F3-3F2C2207DA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31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8EE9DDC0-2438-ED68-E94D-8D9BF6CF82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32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6F9B5B1-D8CC-7A68-3973-D6A231AB2B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33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CF657AEC-9E6F-0CB1-47CD-D921F940FD4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34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05DA1B3-8D4D-4459-F8D9-6E0F63FBED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35" name="Picture 3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8EE30C54-6871-F6CE-1A1C-39E73C6089C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53" y="1765265"/>
            <a:ext cx="9822734" cy="308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418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ags" Target="../tags/tag2.xml"/><Relationship Id="rId47" Type="http://schemas.openxmlformats.org/officeDocument/2006/relationships/tags" Target="../tags/tag7.xml"/><Relationship Id="rId50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ags" Target="../tags/tag3.xml"/><Relationship Id="rId48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3.sv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ags" Target="../tags/tag6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26" Type="http://schemas.openxmlformats.org/officeDocument/2006/relationships/slideLayout" Target="../slideLayouts/slideLayout66.xml"/><Relationship Id="rId39" Type="http://schemas.openxmlformats.org/officeDocument/2006/relationships/slideLayout" Target="../slideLayouts/slideLayout79.xml"/><Relationship Id="rId21" Type="http://schemas.openxmlformats.org/officeDocument/2006/relationships/slideLayout" Target="../slideLayouts/slideLayout61.xml"/><Relationship Id="rId34" Type="http://schemas.openxmlformats.org/officeDocument/2006/relationships/slideLayout" Target="../slideLayouts/slideLayout74.xml"/><Relationship Id="rId42" Type="http://schemas.openxmlformats.org/officeDocument/2006/relationships/oleObject" Target="../embeddings/oleObject2.bin"/><Relationship Id="rId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9" Type="http://schemas.openxmlformats.org/officeDocument/2006/relationships/slideLayout" Target="../slideLayouts/slideLayout69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64.xml"/><Relationship Id="rId32" Type="http://schemas.openxmlformats.org/officeDocument/2006/relationships/slideLayout" Target="../slideLayouts/slideLayout72.xml"/><Relationship Id="rId37" Type="http://schemas.openxmlformats.org/officeDocument/2006/relationships/slideLayout" Target="../slideLayouts/slideLayout77.xml"/><Relationship Id="rId40" Type="http://schemas.openxmlformats.org/officeDocument/2006/relationships/slideLayout" Target="../slideLayouts/slideLayout80.xml"/><Relationship Id="rId45" Type="http://schemas.openxmlformats.org/officeDocument/2006/relationships/image" Target="../media/image3.svg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63.xml"/><Relationship Id="rId28" Type="http://schemas.openxmlformats.org/officeDocument/2006/relationships/slideLayout" Target="../slideLayouts/slideLayout68.xml"/><Relationship Id="rId36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31" Type="http://schemas.openxmlformats.org/officeDocument/2006/relationships/slideLayout" Target="../slideLayouts/slideLayout71.xml"/><Relationship Id="rId44" Type="http://schemas.openxmlformats.org/officeDocument/2006/relationships/image" Target="../media/image2.png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7.xml"/><Relationship Id="rId30" Type="http://schemas.openxmlformats.org/officeDocument/2006/relationships/slideLayout" Target="../slideLayouts/slideLayout70.xml"/><Relationship Id="rId35" Type="http://schemas.openxmlformats.org/officeDocument/2006/relationships/slideLayout" Target="../slideLayouts/slideLayout75.xml"/><Relationship Id="rId43" Type="http://schemas.openxmlformats.org/officeDocument/2006/relationships/image" Target="../media/image1.emf"/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65.xml"/><Relationship Id="rId33" Type="http://schemas.openxmlformats.org/officeDocument/2006/relationships/slideLayout" Target="../slideLayouts/slideLayout73.xml"/><Relationship Id="rId38" Type="http://schemas.openxmlformats.org/officeDocument/2006/relationships/slideLayout" Target="../slideLayouts/slideLayout78.xml"/><Relationship Id="rId20" Type="http://schemas.openxmlformats.org/officeDocument/2006/relationships/slideLayout" Target="../slideLayouts/slideLayout60.xml"/><Relationship Id="rId4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CCCBF11-9A38-A2AF-ACF3-2EB64D732E18}"/>
              </a:ext>
            </a:extLst>
          </p:cNvPr>
          <p:cNvGraphicFramePr>
            <a:graphicFrameLocks noChangeAspect="1"/>
          </p:cNvGraphicFramePr>
          <p:nvPr>
            <p:custDataLst>
              <p:tags r:id="rId42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CCCBF11-9A38-A2AF-ACF3-2EB64D732E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05A0DAC-AFC4-037D-3963-6D516F593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00" y="260350"/>
            <a:ext cx="9720000" cy="86645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 noProof="0" dirty="0"/>
              <a:t>Headline Tahoma Regular 30pt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E2908F-BAA4-A659-E917-29CEC560F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800" y="1414800"/>
            <a:ext cx="11376000" cy="4751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Click to add text Level 1 Tahoma Regular 18pt</a:t>
            </a:r>
          </a:p>
          <a:p>
            <a:pPr lvl="1"/>
            <a:r>
              <a:rPr lang="en-GB" noProof="0" dirty="0"/>
              <a:t>Click to add Level 2 Tahoma Regular 18pt</a:t>
            </a:r>
          </a:p>
          <a:p>
            <a:pPr lvl="2"/>
            <a:r>
              <a:rPr lang="en-GB" noProof="0" dirty="0"/>
              <a:t>Click to add Level 3 Tahoma Regular 18pt</a:t>
            </a:r>
          </a:p>
          <a:p>
            <a:pPr lvl="3"/>
            <a:r>
              <a:rPr lang="en-GB" noProof="0" dirty="0"/>
              <a:t>Click to add Level 4 Tahoma Regular 18pt</a:t>
            </a:r>
          </a:p>
          <a:p>
            <a:pPr lvl="4"/>
            <a:r>
              <a:rPr lang="en-GB" noProof="0" dirty="0"/>
              <a:t>Click to add Level 5 Tahoma Regular 14pt</a:t>
            </a:r>
          </a:p>
          <a:p>
            <a:pPr lvl="5"/>
            <a:r>
              <a:rPr lang="en-GB" noProof="0" dirty="0"/>
              <a:t>Click to add Level 6 Tahoma Regular 14pt</a:t>
            </a:r>
          </a:p>
          <a:p>
            <a:pPr lvl="6"/>
            <a:r>
              <a:rPr lang="en-GB" noProof="0" dirty="0"/>
              <a:t>Click to add Level 7 Tahoma Regular 14pt</a:t>
            </a:r>
          </a:p>
          <a:p>
            <a:pPr lvl="7"/>
            <a:r>
              <a:rPr lang="en-GB" noProof="0" dirty="0"/>
              <a:t>Click to add Level 8 Tahoma Regular 14pt</a:t>
            </a:r>
          </a:p>
          <a:p>
            <a:pPr lvl="8"/>
            <a:r>
              <a:rPr lang="en-GB" noProof="0" dirty="0"/>
              <a:t>Click to add Level 9 Tahoma Regular 14pt</a:t>
            </a:r>
          </a:p>
          <a:p>
            <a:pPr lvl="0"/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27A16A-BB54-E88E-B83E-6EF6FAED5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22B4C34-8539-4A47-8763-AA072889AAA3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962254-04A2-0FDD-D73F-529E1872A4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00B39916-9D0D-C537-3370-9545779CF388}"/>
              </a:ext>
            </a:extLst>
          </p:cNvPr>
          <p:cNvGraphicFramePr>
            <a:graphicFrameLocks noChangeAspect="1"/>
          </p:cNvGraphicFramePr>
          <p:nvPr>
            <p:custDataLst>
              <p:tags r:id="rId43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00B39916-9D0D-C537-3370-9545779CF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ymbol zastępczy numeru slajdu 5">
            <a:extLst>
              <a:ext uri="{FF2B5EF4-FFF2-40B4-BE49-F238E27FC236}">
                <a16:creationId xmlns:a16="http://schemas.microsoft.com/office/drawing/2014/main" id="{A6246EE1-FA31-3239-77A4-34542B4B1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8A90979E-23E4-1657-280F-6ED312BB7AEF}"/>
              </a:ext>
            </a:extLst>
          </p:cNvPr>
          <p:cNvGraphicFramePr>
            <a:graphicFrameLocks noChangeAspect="1"/>
          </p:cNvGraphicFramePr>
          <p:nvPr>
            <p:custDataLst>
              <p:tags r:id="rId44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8A90979E-23E4-1657-280F-6ED312BB7A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phic 9">
            <a:extLst>
              <a:ext uri="{FF2B5EF4-FFF2-40B4-BE49-F238E27FC236}">
                <a16:creationId xmlns:a16="http://schemas.microsoft.com/office/drawing/2014/main" id="{C79B6271-77FD-55D3-4090-3A3C88F0A651}"/>
              </a:ext>
            </a:extLst>
          </p:cNvPr>
          <p:cNvPicPr>
            <a:picLocks noChangeAspect="1"/>
          </p:cNvPicPr>
          <p:nvPr/>
        </p:nvPicPr>
        <p:blipFill rotWithShape="1"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034AE4AC-F454-AC89-A825-51757F777F50}"/>
              </a:ext>
            </a:extLst>
          </p:cNvPr>
          <p:cNvGraphicFramePr>
            <a:graphicFrameLocks noChangeAspect="1"/>
          </p:cNvGraphicFramePr>
          <p:nvPr>
            <p:custDataLst>
              <p:tags r:id="rId45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034AE4AC-F454-AC89-A825-51757F777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Graphic 11">
            <a:extLst>
              <a:ext uri="{FF2B5EF4-FFF2-40B4-BE49-F238E27FC236}">
                <a16:creationId xmlns:a16="http://schemas.microsoft.com/office/drawing/2014/main" id="{E63FA866-9D88-1FE2-4777-465A06E172E0}"/>
              </a:ext>
            </a:extLst>
          </p:cNvPr>
          <p:cNvPicPr>
            <a:picLocks noChangeAspect="1"/>
          </p:cNvPicPr>
          <p:nvPr/>
        </p:nvPicPr>
        <p:blipFill rotWithShape="1"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3" name="Object 10" hidden="1">
            <a:extLst>
              <a:ext uri="{FF2B5EF4-FFF2-40B4-BE49-F238E27FC236}">
                <a16:creationId xmlns:a16="http://schemas.microsoft.com/office/drawing/2014/main" id="{6B04C1BE-CC30-D251-C839-B57872B21E00}"/>
              </a:ext>
            </a:extLst>
          </p:cNvPr>
          <p:cNvGraphicFramePr>
            <a:graphicFrameLocks noChangeAspect="1"/>
          </p:cNvGraphicFramePr>
          <p:nvPr>
            <p:custDataLst>
              <p:tags r:id="rId46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13" name="Object 10" hidden="1">
                        <a:extLst>
                          <a:ext uri="{FF2B5EF4-FFF2-40B4-BE49-F238E27FC236}">
                            <a16:creationId xmlns:a16="http://schemas.microsoft.com/office/drawing/2014/main" id="{6B04C1BE-CC30-D251-C839-B57872B21E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Graphic 11">
            <a:extLst>
              <a:ext uri="{FF2B5EF4-FFF2-40B4-BE49-F238E27FC236}">
                <a16:creationId xmlns:a16="http://schemas.microsoft.com/office/drawing/2014/main" id="{5774CDDD-F685-7F89-9417-3CA8D726AB5D}"/>
              </a:ext>
            </a:extLst>
          </p:cNvPr>
          <p:cNvPicPr>
            <a:picLocks noChangeAspect="1"/>
          </p:cNvPicPr>
          <p:nvPr/>
        </p:nvPicPr>
        <p:blipFill rotWithShape="1"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5" name="Object 10" hidden="1">
            <a:extLst>
              <a:ext uri="{FF2B5EF4-FFF2-40B4-BE49-F238E27FC236}">
                <a16:creationId xmlns:a16="http://schemas.microsoft.com/office/drawing/2014/main" id="{E2781A45-565A-04D3-B520-4A53FD9B39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7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15" name="Object 10" hidden="1">
                        <a:extLst>
                          <a:ext uri="{FF2B5EF4-FFF2-40B4-BE49-F238E27FC236}">
                            <a16:creationId xmlns:a16="http://schemas.microsoft.com/office/drawing/2014/main" id="{E2781A45-565A-04D3-B520-4A53FD9B39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Graphic 11">
            <a:extLst>
              <a:ext uri="{FF2B5EF4-FFF2-40B4-BE49-F238E27FC236}">
                <a16:creationId xmlns:a16="http://schemas.microsoft.com/office/drawing/2014/main" id="{868185EA-1E60-070B-D501-FDBAAFB0C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2DF8B29-66A3-8278-083B-92F57A9319C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93562" y="66421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CZ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341409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  <p:sldLayoutId id="2147483871" r:id="rId11"/>
    <p:sldLayoutId id="2147483872" r:id="rId12"/>
    <p:sldLayoutId id="2147483873" r:id="rId13"/>
    <p:sldLayoutId id="2147483874" r:id="rId14"/>
    <p:sldLayoutId id="2147483875" r:id="rId15"/>
    <p:sldLayoutId id="2147483876" r:id="rId16"/>
    <p:sldLayoutId id="2147483877" r:id="rId17"/>
    <p:sldLayoutId id="2147483878" r:id="rId18"/>
    <p:sldLayoutId id="2147483879" r:id="rId19"/>
    <p:sldLayoutId id="2147483880" r:id="rId20"/>
    <p:sldLayoutId id="2147483881" r:id="rId21"/>
    <p:sldLayoutId id="2147483882" r:id="rId22"/>
    <p:sldLayoutId id="2147483884" r:id="rId23"/>
    <p:sldLayoutId id="2147483885" r:id="rId24"/>
    <p:sldLayoutId id="2147483886" r:id="rId25"/>
    <p:sldLayoutId id="2147483887" r:id="rId26"/>
    <p:sldLayoutId id="2147483888" r:id="rId27"/>
    <p:sldLayoutId id="2147483889" r:id="rId28"/>
    <p:sldLayoutId id="2147483890" r:id="rId29"/>
    <p:sldLayoutId id="2147483891" r:id="rId30"/>
    <p:sldLayoutId id="2147483892" r:id="rId31"/>
    <p:sldLayoutId id="2147483893" r:id="rId32"/>
    <p:sldLayoutId id="2147483894" r:id="rId33"/>
    <p:sldLayoutId id="2147483895" r:id="rId34"/>
    <p:sldLayoutId id="2147483896" r:id="rId35"/>
    <p:sldLayoutId id="2147483897" r:id="rId36"/>
    <p:sldLayoutId id="2147483898" r:id="rId37"/>
    <p:sldLayoutId id="2147483899" r:id="rId38"/>
    <p:sldLayoutId id="2147483900" r:id="rId39"/>
    <p:sldLayoutId id="2147483901" r:id="rId4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63525" indent="-2635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7305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63525" indent="-2635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536575" indent="-27305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811213" indent="-274638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8" pos="257" userDrawn="1">
          <p15:clr>
            <a:srgbClr val="F26B43"/>
          </p15:clr>
        </p15:guide>
        <p15:guide id="29" pos="7423" userDrawn="1">
          <p15:clr>
            <a:srgbClr val="F26B43"/>
          </p15:clr>
        </p15:guide>
        <p15:guide id="30" orient="horz" pos="164" userDrawn="1">
          <p15:clr>
            <a:srgbClr val="F26B43"/>
          </p15:clr>
        </p15:guide>
        <p15:guide id="31" orient="horz" pos="388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CCCBF11-9A38-A2AF-ACF3-2EB64D732E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329" imgH="330" progId="TCLayout.ActiveDocument.1">
                  <p:embed/>
                </p:oleObj>
              </mc:Choice>
              <mc:Fallback>
                <p:oleObj name="think-cell Slide" r:id="rId42" imgW="329" imgH="33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CCCBF11-9A38-A2AF-ACF3-2EB64D732E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05A0DAC-AFC4-037D-3963-6D516F593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00" y="260350"/>
            <a:ext cx="9720000" cy="86645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 noProof="0" dirty="0"/>
              <a:t>Headline Tahoma Regular 30pt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E2908F-BAA4-A659-E917-29CEC560F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800" y="1414800"/>
            <a:ext cx="11376000" cy="4751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Click to add text Level 1 Tahoma Regular 18pt</a:t>
            </a:r>
          </a:p>
          <a:p>
            <a:pPr lvl="1"/>
            <a:r>
              <a:rPr lang="en-GB" noProof="0" dirty="0"/>
              <a:t>Click to add Level 2 Tahoma Regular 18pt</a:t>
            </a:r>
          </a:p>
          <a:p>
            <a:pPr lvl="2"/>
            <a:r>
              <a:rPr lang="en-GB" noProof="0" dirty="0"/>
              <a:t>Click to add Level 3 Tahoma Regular 18pt</a:t>
            </a:r>
          </a:p>
          <a:p>
            <a:pPr lvl="3"/>
            <a:r>
              <a:rPr lang="en-GB" noProof="0" dirty="0"/>
              <a:t>Click to add Level 4 Tahoma Regular 18pt</a:t>
            </a:r>
          </a:p>
          <a:p>
            <a:pPr lvl="4"/>
            <a:r>
              <a:rPr lang="en-GB" noProof="0" dirty="0"/>
              <a:t>Click to add Level 5 Tahoma Regular 14pt</a:t>
            </a:r>
          </a:p>
          <a:p>
            <a:pPr lvl="5"/>
            <a:r>
              <a:rPr lang="en-GB" noProof="0" dirty="0"/>
              <a:t>Click to add Level 6 Tahoma Regular 14pt</a:t>
            </a:r>
          </a:p>
          <a:p>
            <a:pPr lvl="6"/>
            <a:r>
              <a:rPr lang="en-GB" noProof="0" dirty="0"/>
              <a:t>Click to add Level 7 Tahoma Regular 14pt</a:t>
            </a:r>
          </a:p>
          <a:p>
            <a:pPr lvl="7"/>
            <a:r>
              <a:rPr lang="en-GB" noProof="0" dirty="0"/>
              <a:t>Click to add Level 8 Tahoma Regular 14pt</a:t>
            </a:r>
          </a:p>
          <a:p>
            <a:pPr lvl="8"/>
            <a:r>
              <a:rPr lang="en-GB" noProof="0" dirty="0"/>
              <a:t>Click to add Level 9 Tahoma Regular 14pt</a:t>
            </a:r>
          </a:p>
          <a:p>
            <a:pPr lvl="0"/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27A16A-BB54-E88E-B83E-6EF6FAED5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22B4C34-8539-4A47-8763-AA072889AAA3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962254-04A2-0FDD-D73F-529E1872A4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00B39916-9D0D-C537-3370-9545779CF3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329" imgH="330" progId="TCLayout.ActiveDocument.1">
                  <p:embed/>
                </p:oleObj>
              </mc:Choice>
              <mc:Fallback>
                <p:oleObj name="think-cell Slide" r:id="rId42" imgW="329" imgH="33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00B39916-9D0D-C537-3370-9545779CF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ymbol zastępczy numeru slajdu 5">
            <a:extLst>
              <a:ext uri="{FF2B5EF4-FFF2-40B4-BE49-F238E27FC236}">
                <a16:creationId xmlns:a16="http://schemas.microsoft.com/office/drawing/2014/main" id="{A6246EE1-FA31-3239-77A4-34542B4B1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8A90979E-23E4-1657-280F-6ED312BB7A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329" imgH="330" progId="TCLayout.ActiveDocument.1">
                  <p:embed/>
                </p:oleObj>
              </mc:Choice>
              <mc:Fallback>
                <p:oleObj name="think-cell Slide" r:id="rId42" imgW="329" imgH="33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8A90979E-23E4-1657-280F-6ED312BB7A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phic 9">
            <a:extLst>
              <a:ext uri="{FF2B5EF4-FFF2-40B4-BE49-F238E27FC236}">
                <a16:creationId xmlns:a16="http://schemas.microsoft.com/office/drawing/2014/main" id="{C79B6271-77FD-55D3-4090-3A3C88F0A651}"/>
              </a:ext>
            </a:extLst>
          </p:cNvPr>
          <p:cNvPicPr>
            <a:picLocks noChangeAspect="1"/>
          </p:cNvPicPr>
          <p:nvPr/>
        </p:nvPicPr>
        <p:blipFill rotWithShape="1"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034AE4AC-F454-AC89-A825-51757F777F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329" imgH="330" progId="TCLayout.ActiveDocument.1">
                  <p:embed/>
                </p:oleObj>
              </mc:Choice>
              <mc:Fallback>
                <p:oleObj name="think-cell Slide" r:id="rId42" imgW="329" imgH="330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034AE4AC-F454-AC89-A825-51757F777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Graphic 11">
            <a:extLst>
              <a:ext uri="{FF2B5EF4-FFF2-40B4-BE49-F238E27FC236}">
                <a16:creationId xmlns:a16="http://schemas.microsoft.com/office/drawing/2014/main" id="{E63FA866-9D88-1FE2-4777-465A06E172E0}"/>
              </a:ext>
            </a:extLst>
          </p:cNvPr>
          <p:cNvPicPr>
            <a:picLocks noChangeAspect="1"/>
          </p:cNvPicPr>
          <p:nvPr/>
        </p:nvPicPr>
        <p:blipFill rotWithShape="1"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3" name="Object 10" hidden="1">
            <a:extLst>
              <a:ext uri="{FF2B5EF4-FFF2-40B4-BE49-F238E27FC236}">
                <a16:creationId xmlns:a16="http://schemas.microsoft.com/office/drawing/2014/main" id="{6B04C1BE-CC30-D251-C839-B57872B21E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329" imgH="330" progId="TCLayout.ActiveDocument.1">
                  <p:embed/>
                </p:oleObj>
              </mc:Choice>
              <mc:Fallback>
                <p:oleObj name="think-cell Slide" r:id="rId42" imgW="329" imgH="330" progId="TCLayout.ActiveDocument.1">
                  <p:embed/>
                  <p:pic>
                    <p:nvPicPr>
                      <p:cNvPr id="13" name="Object 10" hidden="1">
                        <a:extLst>
                          <a:ext uri="{FF2B5EF4-FFF2-40B4-BE49-F238E27FC236}">
                            <a16:creationId xmlns:a16="http://schemas.microsoft.com/office/drawing/2014/main" id="{6B04C1BE-CC30-D251-C839-B57872B21E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Graphic 11">
            <a:extLst>
              <a:ext uri="{FF2B5EF4-FFF2-40B4-BE49-F238E27FC236}">
                <a16:creationId xmlns:a16="http://schemas.microsoft.com/office/drawing/2014/main" id="{5774CDDD-F685-7F89-9417-3CA8D726AB5D}"/>
              </a:ext>
            </a:extLst>
          </p:cNvPr>
          <p:cNvPicPr>
            <a:picLocks noChangeAspect="1"/>
          </p:cNvPicPr>
          <p:nvPr/>
        </p:nvPicPr>
        <p:blipFill rotWithShape="1"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5" name="Object 10" hidden="1">
            <a:extLst>
              <a:ext uri="{FF2B5EF4-FFF2-40B4-BE49-F238E27FC236}">
                <a16:creationId xmlns:a16="http://schemas.microsoft.com/office/drawing/2014/main" id="{E2781A45-565A-04D3-B520-4A53FD9B3908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329" imgH="330" progId="TCLayout.ActiveDocument.1">
                  <p:embed/>
                </p:oleObj>
              </mc:Choice>
              <mc:Fallback>
                <p:oleObj name="think-cell Slide" r:id="rId42" imgW="329" imgH="330" progId="TCLayout.ActiveDocument.1">
                  <p:embed/>
                  <p:pic>
                    <p:nvPicPr>
                      <p:cNvPr id="15" name="Object 10" hidden="1">
                        <a:extLst>
                          <a:ext uri="{FF2B5EF4-FFF2-40B4-BE49-F238E27FC236}">
                            <a16:creationId xmlns:a16="http://schemas.microsoft.com/office/drawing/2014/main" id="{E2781A45-565A-04D3-B520-4A53FD9B39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Graphic 11">
            <a:extLst>
              <a:ext uri="{FF2B5EF4-FFF2-40B4-BE49-F238E27FC236}">
                <a16:creationId xmlns:a16="http://schemas.microsoft.com/office/drawing/2014/main" id="{868185EA-1E60-070B-D501-FDBAAFB0C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2DF8B29-66A3-8278-083B-92F57A9319C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93562" y="66421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CZ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341409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04" r:id="rId2"/>
    <p:sldLayoutId id="2147483905" r:id="rId3"/>
    <p:sldLayoutId id="2147483906" r:id="rId4"/>
    <p:sldLayoutId id="2147483907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  <p:sldLayoutId id="2147483914" r:id="rId12"/>
    <p:sldLayoutId id="2147483915" r:id="rId13"/>
    <p:sldLayoutId id="2147483916" r:id="rId14"/>
    <p:sldLayoutId id="2147483917" r:id="rId15"/>
    <p:sldLayoutId id="2147483918" r:id="rId16"/>
    <p:sldLayoutId id="2147483919" r:id="rId17"/>
    <p:sldLayoutId id="2147483920" r:id="rId18"/>
    <p:sldLayoutId id="2147483921" r:id="rId19"/>
    <p:sldLayoutId id="2147483922" r:id="rId20"/>
    <p:sldLayoutId id="2147483923" r:id="rId21"/>
    <p:sldLayoutId id="2147483924" r:id="rId22"/>
    <p:sldLayoutId id="2147483925" r:id="rId23"/>
    <p:sldLayoutId id="2147483926" r:id="rId24"/>
    <p:sldLayoutId id="2147483927" r:id="rId25"/>
    <p:sldLayoutId id="2147483928" r:id="rId26"/>
    <p:sldLayoutId id="2147483929" r:id="rId27"/>
    <p:sldLayoutId id="2147483930" r:id="rId28"/>
    <p:sldLayoutId id="2147483931" r:id="rId29"/>
    <p:sldLayoutId id="2147483932" r:id="rId30"/>
    <p:sldLayoutId id="2147483933" r:id="rId31"/>
    <p:sldLayoutId id="2147483934" r:id="rId32"/>
    <p:sldLayoutId id="2147483935" r:id="rId33"/>
    <p:sldLayoutId id="2147483936" r:id="rId34"/>
    <p:sldLayoutId id="2147483937" r:id="rId35"/>
    <p:sldLayoutId id="2147483938" r:id="rId36"/>
    <p:sldLayoutId id="2147483939" r:id="rId37"/>
    <p:sldLayoutId id="2147483940" r:id="rId38"/>
    <p:sldLayoutId id="2147483941" r:id="rId39"/>
    <p:sldLayoutId id="2147483942" r:id="rId4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63525" indent="-2635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7305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63525" indent="-2635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536575" indent="-27305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811213" indent="-274638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5.svg"/><Relationship Id="rId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0B7160-ADC6-2DDB-4197-C70837C70C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WiFi</a:t>
            </a:r>
            <a:r>
              <a:rPr lang="en-GB" dirty="0"/>
              <a:t> Booster Impact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2A40CC7-1004-6602-7F83-0795C5B734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Stanislav </a:t>
            </a:r>
            <a:r>
              <a:rPr lang="en-GB" dirty="0" err="1"/>
              <a:t>Babenyshev</a:t>
            </a:r>
            <a:endParaRPr lang="en-GB" dirty="0"/>
          </a:p>
          <a:p>
            <a:r>
              <a:rPr lang="en-GB" dirty="0"/>
              <a:t>19.06.2026</a:t>
            </a:r>
          </a:p>
        </p:txBody>
      </p:sp>
    </p:spTree>
    <p:extLst>
      <p:ext uri="{BB962C8B-B14F-4D97-AF65-F5344CB8AC3E}">
        <p14:creationId xmlns:p14="http://schemas.microsoft.com/office/powerpoint/2010/main" val="2749131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D73CA-C871-6357-B2F3-35A6ABAEA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E3B06-5A28-1880-7E39-51BB8D5B1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 dirty="0"/>
              <a:t>Executive Summary: </a:t>
            </a:r>
            <a:r>
              <a:rPr lang="en-GB" sz="2400" dirty="0"/>
              <a:t>Targeted rollout unlocks CHF +20.7M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BB9F99-1057-0A04-4234-12F3858D843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dirty="0"/>
              <a:t>19.06.2026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78D50F-3FC2-DB86-2FEB-68D62C6BE2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dirty="0"/>
              <a:t>WiFi Booster Impact —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A8681A-CA9A-2ECC-969B-110DC936B8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6BF8BC-788D-B39C-C722-DF5742230246}"/>
              </a:ext>
            </a:extLst>
          </p:cNvPr>
          <p:cNvSpPr txBox="1"/>
          <p:nvPr/>
        </p:nvSpPr>
        <p:spPr>
          <a:xfrm>
            <a:off x="457200" y="2620888"/>
            <a:ext cx="58548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b="1" dirty="0"/>
              <a:t>Recommendation</a:t>
            </a:r>
          </a:p>
          <a:p>
            <a:pPr algn="l"/>
            <a:r>
              <a:rPr lang="en-GB" b="1" dirty="0">
                <a:solidFill>
                  <a:srgbClr val="2E8B45"/>
                </a:solidFill>
                <a:latin typeface="Arial"/>
              </a:rPr>
              <a:t>✓  </a:t>
            </a:r>
            <a:r>
              <a:rPr lang="en-GB" dirty="0"/>
              <a:t>Roll out booster to Extreme internet users</a:t>
            </a:r>
            <a:endParaRPr lang="en-GB" b="1" dirty="0">
              <a:solidFill>
                <a:srgbClr val="C0392B"/>
              </a:solidFill>
              <a:latin typeface="Arial"/>
            </a:endParaRPr>
          </a:p>
          <a:p>
            <a:r>
              <a:rPr lang="en-GB" b="1" dirty="0">
                <a:solidFill>
                  <a:srgbClr val="C0392B"/>
                </a:solidFill>
                <a:latin typeface="Arial"/>
              </a:rPr>
              <a:t>✗  </a:t>
            </a:r>
            <a:r>
              <a:rPr lang="en-GB" dirty="0"/>
              <a:t>Do not extend to full customer base</a:t>
            </a:r>
          </a:p>
          <a:p>
            <a:r>
              <a:rPr lang="en-GB" b="1" dirty="0">
                <a:solidFill>
                  <a:srgbClr val="2E8B45"/>
                </a:solidFill>
                <a:latin typeface="Arial"/>
              </a:rPr>
              <a:t>✓  </a:t>
            </a:r>
            <a:r>
              <a:rPr lang="en-GB" dirty="0"/>
              <a:t>Validate with a randomized A/B test before scaling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478F14-938B-1987-447D-B756AB9997F7}"/>
              </a:ext>
            </a:extLst>
          </p:cNvPr>
          <p:cNvSpPr txBox="1"/>
          <p:nvPr/>
        </p:nvSpPr>
        <p:spPr>
          <a:xfrm>
            <a:off x="457200" y="5787022"/>
            <a:ext cx="11277600" cy="338554"/>
          </a:xfrm>
          <a:prstGeom prst="rect">
            <a:avLst/>
          </a:prstGeom>
          <a:solidFill>
            <a:srgbClr val="E6E3D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marL="812800" indent="0" algn="l"/>
            <a:r>
              <a:rPr lang="en-GB" sz="1600" b="1" dirty="0">
                <a:solidFill>
                  <a:srgbClr val="3D3935"/>
                </a:solidFill>
              </a:rPr>
              <a:t>Extreme users capture 96% of the saved revenue at 17% of the cost.</a:t>
            </a:r>
          </a:p>
        </p:txBody>
      </p:sp>
      <p:sp>
        <p:nvSpPr>
          <p:cNvPr id="901" name="TakeawayBar"/>
          <p:cNvSpPr/>
          <p:nvPr/>
        </p:nvSpPr>
        <p:spPr>
          <a:xfrm>
            <a:off x="457200" y="5638800"/>
            <a:ext cx="63500" cy="63500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902" name="Graphic 90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200" y="5778500"/>
            <a:ext cx="355600" cy="355600"/>
          </a:xfrm>
          <a:prstGeom prst="rect">
            <a:avLst/>
          </a:prstGeom>
        </p:spPr>
      </p:pic>
      <p:graphicFrame>
        <p:nvGraphicFramePr>
          <p:cNvPr id="50" name="Table 50"/>
          <p:cNvGraphicFramePr>
            <a:graphicFrameLocks noGrp="1"/>
          </p:cNvGraphicFramePr>
          <p:nvPr/>
        </p:nvGraphicFramePr>
        <p:xfrm>
          <a:off x="6667500" y="2620888"/>
          <a:ext cx="4749800" cy="1600200"/>
        </p:xfrm>
        <a:graphic>
          <a:graphicData uri="http://schemas.openxmlformats.org/drawingml/2006/table">
            <a:tbl>
              <a:tblPr firstRow="1" bandRow="1"/>
              <a:tblGrid>
                <a:gridCol w="1424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9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3D393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 marL="45720" marR="45720" marT="27432" marB="27432">
                    <a:solidFill>
                      <a:srgbClr val="3D393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FFFFFF"/>
                          </a:solidFill>
                        </a:rPr>
                        <a:t>Saved rev.</a:t>
                      </a:r>
                    </a:p>
                  </a:txBody>
                  <a:tcPr marL="45720" marR="45720" marT="27432" marB="27432">
                    <a:solidFill>
                      <a:srgbClr val="3D393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FFFFFF"/>
                          </a:solidFill>
                        </a:rPr>
                        <a:t>Net</a:t>
                      </a:r>
                    </a:p>
                  </a:txBody>
                  <a:tcPr marL="45720" marR="45720" marT="27432" marB="27432">
                    <a:solidFill>
                      <a:srgbClr val="3D39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GB" sz="1400" b="1" dirty="0"/>
                        <a:t>Extreme users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CHF 8.7M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CHF 29.4M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2E8B45"/>
                          </a:solidFill>
                        </a:rPr>
                        <a:t>CHF +20.7M</a:t>
                      </a:r>
                    </a:p>
                  </a:txBody>
                  <a:tcPr marL="45720" marR="45720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GB" sz="1400" b="1" dirty="0"/>
                        <a:t>Full base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CHF 52.5M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CHF 30.5M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>
                          <a:solidFill>
                            <a:srgbClr val="C0392B"/>
                          </a:solidFill>
                        </a:rPr>
                        <a:t>CHF −22.0M</a:t>
                      </a:r>
                    </a:p>
                  </a:txBody>
                  <a:tcPr marL="45720" marR="45720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9855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E969D-5D2F-47D8-508B-FDEB00FA3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F4E85-993F-1666-EF36-694AE21DB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319149"/>
            <a:ext cx="10010988" cy="922749"/>
          </a:xfrm>
        </p:spPr>
        <p:txBody>
          <a:bodyPr vert="horz" lIns="0" tIns="0" rIns="0" bIns="43200" rtlCol="0" anchor="b" anchorCtr="0">
            <a:normAutofit/>
          </a:bodyPr>
          <a:lstStyle/>
          <a:p>
            <a:r>
              <a:rPr lang="en-GB" kern="1200" dirty="0">
                <a:latin typeface="+mj-lt"/>
                <a:ea typeface="+mj-ea"/>
                <a:cs typeface="+mj-cs"/>
              </a:rPr>
              <a:t>How much does the booster reduce cancelation?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7691BC-5A29-3E7B-F139-0D81A7B9D67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408368" y="6308986"/>
            <a:ext cx="1807096" cy="360363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19.06.2026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9A6F32-0E9C-80E7-FABB-63FF3E3B392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07988" y="6308987"/>
            <a:ext cx="4114800" cy="360363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kern="1200">
                <a:latin typeface="+mn-lt"/>
                <a:ea typeface="+mn-ea"/>
                <a:cs typeface="+mn-cs"/>
              </a:rPr>
              <a:t>WiFi Booster Impact —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900D54-4255-2CAC-D561-FE13F5DF23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418501" y="6308986"/>
            <a:ext cx="364299" cy="360363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D622C71B-F0A5-40B6-B6DA-5780E9494F8A}" type="slidenum">
              <a:rPr lang="en-GB" smtClean="0"/>
              <a:pPr>
                <a:spcAft>
                  <a:spcPts val="600"/>
                </a:spcAft>
              </a:pPr>
              <a:t>3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FBD0AE-6984-444E-A1E9-D61A8CD253E8}"/>
              </a:ext>
            </a:extLst>
          </p:cNvPr>
          <p:cNvSpPr txBox="1"/>
          <p:nvPr/>
        </p:nvSpPr>
        <p:spPr>
          <a:xfrm>
            <a:off x="457200" y="5663912"/>
            <a:ext cx="11277600" cy="584775"/>
          </a:xfrm>
          <a:prstGeom prst="rect">
            <a:avLst/>
          </a:prstGeom>
          <a:solidFill>
            <a:srgbClr val="E6E3D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marL="812800" indent="0" algn="l"/>
            <a:r>
              <a:rPr lang="en-GB" sz="1600" b="1" dirty="0">
                <a:solidFill>
                  <a:srgbClr val="3D3935"/>
                </a:solidFill>
              </a:rPr>
              <a:t>Two independent methods confirm: the booster effect is real, but substantially smaller than raw comparisons suggest.</a:t>
            </a:r>
          </a:p>
        </p:txBody>
      </p:sp>
      <p:sp>
        <p:nvSpPr>
          <p:cNvPr id="903" name="TakeawayBar"/>
          <p:cNvSpPr/>
          <p:nvPr/>
        </p:nvSpPr>
        <p:spPr>
          <a:xfrm>
            <a:off x="457200" y="5638800"/>
            <a:ext cx="63500" cy="63500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904" name="Graphic 90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200" y="5778500"/>
            <a:ext cx="355600" cy="355600"/>
          </a:xfrm>
          <a:prstGeom prst="rect">
            <a:avLst/>
          </a:prstGeom>
        </p:spPr>
      </p:pic>
      <p:sp>
        <p:nvSpPr>
          <p:cNvPr id="60" name="TextBox 60"/>
          <p:cNvSpPr txBox="1"/>
          <p:nvPr/>
        </p:nvSpPr>
        <p:spPr>
          <a:xfrm>
            <a:off x="6703546" y="2057400"/>
            <a:ext cx="3527896" cy="6985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spcAft>
                <a:spcPts val="200"/>
              </a:spcAft>
            </a:pPr>
            <a:r>
              <a:rPr lang="en-GB" sz="1400" dirty="0"/>
              <a:t>Logistic Regression (AME): </a:t>
            </a:r>
            <a:r>
              <a:rPr lang="en-GB" sz="1600" b="1" dirty="0">
                <a:solidFill>
                  <a:srgbClr val="2E8B45"/>
                </a:solidFill>
              </a:rPr>
              <a:t>−1.0 pp</a:t>
            </a:r>
          </a:p>
          <a:p>
            <a:pPr algn="l"/>
            <a:r>
              <a:rPr lang="en-GB" sz="1400" dirty="0"/>
              <a:t>Digital Twins (PSM, ATT): </a:t>
            </a:r>
            <a:r>
              <a:rPr lang="en-GB" sz="1600" b="1" dirty="0">
                <a:solidFill>
                  <a:srgbClr val="2E8B45"/>
                </a:solidFill>
              </a:rPr>
              <a:t>−1.6 pp</a:t>
            </a:r>
          </a:p>
        </p:txBody>
      </p:sp>
      <p:sp>
        <p:nvSpPr>
          <p:cNvPr id="61" name="Label Left"/>
          <p:cNvSpPr txBox="1"/>
          <p:nvPr/>
        </p:nvSpPr>
        <p:spPr>
          <a:xfrm>
            <a:off x="520700" y="1371600"/>
            <a:ext cx="4343400" cy="6350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algn="l">
              <a:spcAft>
                <a:spcPts val="100"/>
              </a:spcAft>
            </a:pPr>
            <a:r>
              <a:rPr lang="en-GB" sz="1600" b="1" dirty="0"/>
              <a:t>Overall comparison</a:t>
            </a:r>
          </a:p>
          <a:p>
            <a:pPr algn="l"/>
            <a:r>
              <a:rPr lang="en-GB" sz="1400" dirty="0">
                <a:solidFill>
                  <a:srgbClr val="666666"/>
                </a:solidFill>
              </a:rPr>
              <a:t>Raw averages — does not correct for self-selection</a:t>
            </a:r>
          </a:p>
        </p:txBody>
      </p:sp>
      <p:sp>
        <p:nvSpPr>
          <p:cNvPr id="62" name="Label Right"/>
          <p:cNvSpPr txBox="1"/>
          <p:nvPr/>
        </p:nvSpPr>
        <p:spPr>
          <a:xfrm>
            <a:off x="5422900" y="1371600"/>
            <a:ext cx="6096000" cy="6350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algn="l">
              <a:spcAft>
                <a:spcPts val="100"/>
              </a:spcAft>
            </a:pPr>
            <a:r>
              <a:rPr lang="en-GB" sz="1600" b="1" dirty="0"/>
              <a:t>Corrected (“Like-for-like”) comparison</a:t>
            </a:r>
          </a:p>
          <a:p>
            <a:pPr algn="l"/>
            <a:r>
              <a:rPr lang="en-GB" sz="1400" dirty="0">
                <a:solidFill>
                  <a:srgbClr val="666666"/>
                </a:solidFill>
              </a:rPr>
              <a:t>Two independent methods cross-check the estimate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6E5F9DF-36CA-24C6-FE19-9A72C5916C12}"/>
              </a:ext>
            </a:extLst>
          </p:cNvPr>
          <p:cNvGrpSpPr/>
          <p:nvPr/>
        </p:nvGrpSpPr>
        <p:grpSpPr>
          <a:xfrm>
            <a:off x="5419494" y="2914769"/>
            <a:ext cx="6096000" cy="2316217"/>
            <a:chOff x="5419494" y="2914769"/>
            <a:chExt cx="6096000" cy="2316217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5B75B1B-048E-5633-5FC4-954568CB79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19494" y="3188826"/>
              <a:ext cx="6096000" cy="2042160"/>
            </a:xfrm>
            <a:prstGeom prst="rect">
              <a:avLst/>
            </a:prstGeom>
            <a:noFill/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A1AB4F2-48EE-C19B-AFE1-8F04EF20CC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94503"/>
            <a:stretch/>
          </p:blipFill>
          <p:spPr>
            <a:xfrm>
              <a:off x="6096000" y="2914769"/>
              <a:ext cx="4343400" cy="168250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DBA4042C-727A-875C-C3BD-3E50BB92F2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00" y="2292350"/>
            <a:ext cx="4343400" cy="306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578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6965E-8DD5-0B4B-D1E7-36AF17740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C7EFC5B-3774-9828-CCA6-81FD3C287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201" y="2244982"/>
            <a:ext cx="4645791" cy="32833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48938F-A81A-F40C-689C-9E99A9D22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Heavy users self-select into the booster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0A4CEA-F99B-E7D0-AA4F-929849C1426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dirty="0"/>
              <a:t>19.06.2026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003393-CA11-F587-8193-7C63AD6EA3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dirty="0"/>
              <a:t>WiFi Booster Impact —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ABE87C-4B93-8C4F-EFF2-5C71E40F3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288908-276D-34D6-4E8A-614938792381}"/>
              </a:ext>
            </a:extLst>
          </p:cNvPr>
          <p:cNvSpPr txBox="1"/>
          <p:nvPr/>
        </p:nvSpPr>
        <p:spPr>
          <a:xfrm>
            <a:off x="457200" y="5787023"/>
            <a:ext cx="11277600" cy="338554"/>
          </a:xfrm>
          <a:prstGeom prst="rect">
            <a:avLst/>
          </a:prstGeom>
          <a:solidFill>
            <a:srgbClr val="E6E3D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marL="812800" indent="0" algn="l"/>
            <a:r>
              <a:rPr lang="en-GB" sz="1600" b="1" dirty="0">
                <a:solidFill>
                  <a:srgbClr val="3D3935"/>
                </a:solidFill>
              </a:rPr>
              <a:t>Raw comparison is misleading — heavy users self-select into the booster, inflating expected benefit.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8B1E6C-2F91-49B4-1BA3-539193F38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76" y="2267268"/>
            <a:ext cx="5988520" cy="32726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B59746A-B76A-7131-ED12-F3C5F85B0371}"/>
              </a:ext>
            </a:extLst>
          </p:cNvPr>
          <p:cNvSpPr txBox="1"/>
          <p:nvPr/>
        </p:nvSpPr>
        <p:spPr>
          <a:xfrm>
            <a:off x="2898438" y="1535981"/>
            <a:ext cx="7734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i="0" u="none" strike="noStrike" dirty="0">
                <a:solidFill>
                  <a:srgbClr val="000000"/>
                </a:solidFill>
                <a:effectLst/>
              </a:rPr>
              <a:t>The apparent overall benefit comes mostly from the fact that heavy users choose the booster.</a:t>
            </a:r>
            <a:endParaRPr lang="en-CZ" sz="14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422DF75-E527-1651-DAB8-903245C329DA}"/>
              </a:ext>
            </a:extLst>
          </p:cNvPr>
          <p:cNvSpPr/>
          <p:nvPr/>
        </p:nvSpPr>
        <p:spPr>
          <a:xfrm>
            <a:off x="4223792" y="2541707"/>
            <a:ext cx="1152128" cy="1143827"/>
          </a:xfrm>
          <a:prstGeom prst="ellipse">
            <a:avLst/>
          </a:prstGeom>
          <a:noFill/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Z" sz="1600" dirty="0" err="1">
              <a:solidFill>
                <a:schemeClr val="bg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2352343-D58F-DC2C-1B41-27E7B76D9E7C}"/>
              </a:ext>
            </a:extLst>
          </p:cNvPr>
          <p:cNvSpPr/>
          <p:nvPr/>
        </p:nvSpPr>
        <p:spPr>
          <a:xfrm>
            <a:off x="9935244" y="2669770"/>
            <a:ext cx="1579235" cy="1579235"/>
          </a:xfrm>
          <a:prstGeom prst="ellipse">
            <a:avLst/>
          </a:prstGeom>
          <a:noFill/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Z" sz="1600" dirty="0" err="1">
              <a:solidFill>
                <a:schemeClr val="bg1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5095A65-A7B8-4C9F-E443-43FD8E98911F}"/>
              </a:ext>
            </a:extLst>
          </p:cNvPr>
          <p:cNvCxnSpPr>
            <a:cxnSpLocks/>
            <a:stCxn id="12" idx="2"/>
            <a:endCxn id="18" idx="0"/>
          </p:cNvCxnSpPr>
          <p:nvPr/>
        </p:nvCxnSpPr>
        <p:spPr>
          <a:xfrm>
            <a:off x="6765471" y="1843758"/>
            <a:ext cx="3959391" cy="826012"/>
          </a:xfrm>
          <a:prstGeom prst="straightConnector1">
            <a:avLst/>
          </a:prstGeom>
          <a:ln>
            <a:solidFill>
              <a:schemeClr val="accent1">
                <a:alpha val="4977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E926BF1-489A-67B1-BB4D-DA5227FC81B6}"/>
              </a:ext>
            </a:extLst>
          </p:cNvPr>
          <p:cNvCxnSpPr>
            <a:cxnSpLocks/>
            <a:stCxn id="12" idx="2"/>
            <a:endCxn id="17" idx="0"/>
          </p:cNvCxnSpPr>
          <p:nvPr/>
        </p:nvCxnSpPr>
        <p:spPr>
          <a:xfrm flipH="1">
            <a:off x="4799856" y="1843758"/>
            <a:ext cx="1965615" cy="697949"/>
          </a:xfrm>
          <a:prstGeom prst="straightConnector1">
            <a:avLst/>
          </a:prstGeom>
          <a:ln>
            <a:solidFill>
              <a:schemeClr val="accent1">
                <a:alpha val="4977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2" name="TakeawayBar"/>
          <p:cNvSpPr/>
          <p:nvPr/>
        </p:nvSpPr>
        <p:spPr>
          <a:xfrm>
            <a:off x="457200" y="5638800"/>
            <a:ext cx="63500" cy="63500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903" name="Graphic 903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4200" y="57785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081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20E63-4600-6179-C09C-24B1C5CE1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FA64E-CAD0-0C8D-11E0-21E9EF70F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Extreme internet users drive the entire booster benefit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23F390-D270-5CFC-0B30-5AB48392A12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dirty="0"/>
              <a:t>19.06.2026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1F9141-0696-EB8D-C723-ACA23C0E35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dirty="0"/>
              <a:t>WiFi Booster Impact —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D5DFB-36EB-B2F4-55AB-315D583339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B8113E-96AD-8F49-A40F-1FE450B78641}"/>
              </a:ext>
            </a:extLst>
          </p:cNvPr>
          <p:cNvSpPr txBox="1"/>
          <p:nvPr/>
        </p:nvSpPr>
        <p:spPr>
          <a:xfrm>
            <a:off x="457200" y="5663913"/>
            <a:ext cx="11277600" cy="584775"/>
          </a:xfrm>
          <a:prstGeom prst="rect">
            <a:avLst/>
          </a:prstGeom>
          <a:solidFill>
            <a:srgbClr val="E6E3DF"/>
          </a:solidFill>
          <a:ln>
            <a:noFill/>
          </a:ln>
        </p:spPr>
        <p:txBody>
          <a:bodyPr wrap="square" anchor="ctr" anchorCtr="0">
            <a:spAutoFit/>
          </a:bodyPr>
          <a:lstStyle/>
          <a:p>
            <a:pPr marL="812800" indent="0" algn="l"/>
            <a:r>
              <a:rPr lang="en-GB" sz="1600" b="1" dirty="0">
                <a:solidFill>
                  <a:srgbClr val="3D3935"/>
                </a:solidFill>
              </a:rPr>
              <a:t>Only Extreme internet users show a statistically significant effect — the other segments show no meaningful cancelation rate reduction.</a:t>
            </a:r>
          </a:p>
        </p:txBody>
      </p:sp>
      <p:sp>
        <p:nvSpPr>
          <p:cNvPr id="904" name="TakeawayBar">
            <a:extLst>
              <a:ext uri="{FF2B5EF4-FFF2-40B4-BE49-F238E27FC236}">
                <a16:creationId xmlns:a16="http://schemas.microsoft.com/office/drawing/2014/main" id="{7241D48A-8BC0-47D7-6886-420886D1B24B}"/>
              </a:ext>
            </a:extLst>
          </p:cNvPr>
          <p:cNvSpPr/>
          <p:nvPr/>
        </p:nvSpPr>
        <p:spPr>
          <a:xfrm>
            <a:off x="457200" y="5638800"/>
            <a:ext cx="63500" cy="63500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905" name="Graphic 905">
            <a:extLst>
              <a:ext uri="{FF2B5EF4-FFF2-40B4-BE49-F238E27FC236}">
                <a16:creationId xmlns:a16="http://schemas.microsoft.com/office/drawing/2014/main" id="{880C9F5F-8313-79FA-289E-85DEBFAB09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200" y="5778500"/>
            <a:ext cx="355600" cy="355600"/>
          </a:xfrm>
          <a:prstGeom prst="rect">
            <a:avLst/>
          </a:prstGeom>
        </p:spPr>
      </p:pic>
      <p:sp>
        <p:nvSpPr>
          <p:cNvPr id="70" name="AME Explanation">
            <a:extLst>
              <a:ext uri="{FF2B5EF4-FFF2-40B4-BE49-F238E27FC236}">
                <a16:creationId xmlns:a16="http://schemas.microsoft.com/office/drawing/2014/main" id="{49B3AA65-8C49-2CFC-5A0F-37A1BAA6AAA0}"/>
              </a:ext>
            </a:extLst>
          </p:cNvPr>
          <p:cNvSpPr txBox="1"/>
          <p:nvPr/>
        </p:nvSpPr>
        <p:spPr>
          <a:xfrm>
            <a:off x="6871871" y="1867713"/>
            <a:ext cx="4275667" cy="1080120"/>
          </a:xfrm>
          <a:prstGeom prst="roundRect">
            <a:avLst>
              <a:gd name="adj" fmla="val 10000"/>
            </a:avLst>
          </a:prstGeom>
          <a:solidFill>
            <a:srgbClr val="D8CCBE"/>
          </a:solidFill>
          <a:ln w="12700">
            <a:solidFill>
              <a:srgbClr val="C4B5A5"/>
            </a:solidFill>
          </a:ln>
        </p:spPr>
        <p:txBody>
          <a:bodyPr wrap="square" lIns="91440" tIns="63500" rIns="91440" bIns="63500" rtlCol="0" anchor="t"/>
          <a:lstStyle/>
          <a:p>
            <a:pPr algn="l"/>
            <a:r>
              <a:rPr lang="en-GB" sz="1400" b="1" dirty="0"/>
              <a:t>AME (Average Marginal Effect)</a:t>
            </a:r>
            <a:r>
              <a:rPr lang="en-GB" sz="1400" dirty="0"/>
              <a:t> answers: “On average, how much does a cancelation probability change if the same customer has a booster vs. no booster, while everything else stays the same?”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3C400A2-4DB5-2EE1-5A99-C3F0E73E9099}"/>
              </a:ext>
            </a:extLst>
          </p:cNvPr>
          <p:cNvGraphicFramePr>
            <a:graphicFrameLocks noGrp="1"/>
          </p:cNvGraphicFramePr>
          <p:nvPr/>
        </p:nvGraphicFramePr>
        <p:xfrm>
          <a:off x="6871870" y="3428999"/>
          <a:ext cx="4275668" cy="1371600"/>
        </p:xfrm>
        <a:graphic>
          <a:graphicData uri="http://schemas.openxmlformats.org/drawingml/2006/table">
            <a:tbl>
              <a:tblPr/>
              <a:tblGrid>
                <a:gridCol w="1528386">
                  <a:extLst>
                    <a:ext uri="{9D8B030D-6E8A-4147-A177-3AD203B41FA5}">
                      <a16:colId xmlns:a16="http://schemas.microsoft.com/office/drawing/2014/main" val="4086756881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603415047"/>
                    </a:ext>
                  </a:extLst>
                </a:gridCol>
                <a:gridCol w="1379130">
                  <a:extLst>
                    <a:ext uri="{9D8B030D-6E8A-4147-A177-3AD203B41FA5}">
                      <a16:colId xmlns:a16="http://schemas.microsoft.com/office/drawing/2014/main" val="2754306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200" b="1" dirty="0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AFA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1">
                          <a:solidFill>
                            <a:srgbClr val="FFFFFF"/>
                          </a:solidFill>
                        </a:rPr>
                        <a:t>Customers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AFA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1" dirty="0">
                          <a:solidFill>
                            <a:srgbClr val="FFFFFF"/>
                          </a:solidFill>
                        </a:rPr>
                        <a:t>AME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AF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761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200"/>
                        <a:t>Low usage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29.5k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0" dirty="0"/>
                        <a:t>−0.2 pp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737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200"/>
                        <a:t>Medium usage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40.1k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0" dirty="0"/>
                        <a:t>+0.5 pp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39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200"/>
                        <a:t>High usage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/>
                        <a:t>34.7k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0" dirty="0"/>
                        <a:t>0.0 pp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580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200" b="1"/>
                        <a:t>Extreme usage</a:t>
                      </a:r>
                      <a:endParaRPr lang="en-GB" sz="120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1" dirty="0"/>
                        <a:t>20.7k</a:t>
                      </a:r>
                      <a:endParaRPr lang="en-GB" sz="1200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1" dirty="0"/>
                        <a:t>−6.6 pp</a:t>
                      </a:r>
                      <a:endParaRPr lang="en-GB" sz="1200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447620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EF7C13A-3E27-011D-2D2F-FEABC81976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41482"/>
            <a:ext cx="5611812" cy="397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513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B64C7-5188-27CD-B795-B6A3EFD4B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54D95-34B0-F58E-CB7E-E25CD1A9A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Targeted vs. blanket: CHF +20.7M vs. CHF −22M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74D85D-5907-034C-6710-1B441A1652A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dirty="0"/>
              <a:t>19.06.2026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AA5EEA-A88A-B94C-359B-E9083A8D53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dirty="0"/>
              <a:t>WiFi Booster Impact —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8FF664-7F62-2318-2CB1-EB182C1C8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6</a:t>
            </a:fld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3CC2A9-5CE5-7AD6-3489-531FC80A71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379"/>
          <a:stretch/>
        </p:blipFill>
        <p:spPr>
          <a:xfrm>
            <a:off x="850333" y="1844824"/>
            <a:ext cx="10346178" cy="386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914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83DAE-E903-1AD3-541C-B0B94A7EEB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Appendix: EDA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023933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22507-8817-78A8-D98E-16AB86B74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E6C8F-C1DE-A2B5-2740-0A9ED057D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 dirty="0"/>
              <a:t>Booster Adoption by Commune (Urban vs Rural)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D5308D-CD8A-45AF-F95B-19E4E058B4D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22B4C34-8539-4A47-8763-AA072889AAA3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4FD016-9AAA-6614-0DB2-187473E088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F47039-538F-AC9F-93DB-E9846C2B5B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8</a:t>
            </a:fld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ADBED2-2F40-3A99-12F5-7BC66ECEF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48" y="1268760"/>
            <a:ext cx="9634674" cy="40103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5839FA8-A612-E0F9-CB4D-D000F71D7D5E}"/>
              </a:ext>
            </a:extLst>
          </p:cNvPr>
          <p:cNvSpPr txBox="1"/>
          <p:nvPr/>
        </p:nvSpPr>
        <p:spPr>
          <a:xfrm>
            <a:off x="344664" y="5470893"/>
            <a:ext cx="107198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12800" indent="0" algn="l"/>
            <a:r>
              <a:rPr lang="en-GB" sz="1600" b="1" dirty="0">
                <a:solidFill>
                  <a:srgbClr val="3D3935"/>
                </a:solidFill>
              </a:rPr>
              <a:t>Adoption by commune → Urban customers request it more than rural</a:t>
            </a:r>
          </a:p>
        </p:txBody>
      </p:sp>
    </p:spTree>
    <p:extLst>
      <p:ext uri="{BB962C8B-B14F-4D97-AF65-F5344CB8AC3E}">
        <p14:creationId xmlns:p14="http://schemas.microsoft.com/office/powerpoint/2010/main" val="4175713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95A7B-B086-D59F-9D30-415FA9772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AE5F5-BB6B-AEAC-6A33-A1A3B98BA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 dirty="0"/>
              <a:t>Tenure Distributions: </a:t>
            </a:r>
            <a:r>
              <a:rPr lang="en-GB" sz="2400" dirty="0"/>
              <a:t>Booster vs No-Booster (Boxplot)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042937-44E0-644D-8B5F-55D85086027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22B4C34-8539-4A47-8763-AA072889AAA3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AF35E1-19B8-70B1-EC68-E81F349E52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ED7DAD-60D2-3332-B2BC-E7B53785DE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9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968D5D-38BA-BAF8-BD95-34618C9ED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4" y="1697774"/>
            <a:ext cx="7561021" cy="41226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AEFE49-00FC-E45E-F392-7EE00849D551}"/>
              </a:ext>
            </a:extLst>
          </p:cNvPr>
          <p:cNvSpPr txBox="1"/>
          <p:nvPr/>
        </p:nvSpPr>
        <p:spPr>
          <a:xfrm>
            <a:off x="8514517" y="2492896"/>
            <a:ext cx="29039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Tenure boxplot → Booster adopters have similar tenure</a:t>
            </a:r>
          </a:p>
        </p:txBody>
      </p:sp>
    </p:spTree>
    <p:extLst>
      <p:ext uri="{BB962C8B-B14F-4D97-AF65-F5344CB8AC3E}">
        <p14:creationId xmlns:p14="http://schemas.microsoft.com/office/powerpoint/2010/main" val="1238676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3A2A2-5181-2D4A-63E4-18F8EBE69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ACC84-B316-940F-4362-979606A00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 dirty="0"/>
              <a:t>Bundle Stickiness: </a:t>
            </a:r>
            <a:r>
              <a:rPr lang="en-GB" sz="2400" dirty="0"/>
              <a:t>Churn Rate by TV × Mobile Product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21AEE3-2BE6-41DD-9339-8AB831FDAD3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22B4C34-8539-4A47-8763-AA072889AAA3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DB8B41-E93A-C363-8829-B3E6089E66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CC81B9-412C-E14C-F863-C8FF1F740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10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EF5108-0C44-38A0-DC8F-778928DF1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736" y="1350800"/>
            <a:ext cx="5526675" cy="38699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D005D7-70A8-904B-79FB-D89A56B28C83}"/>
              </a:ext>
            </a:extLst>
          </p:cNvPr>
          <p:cNvSpPr txBox="1"/>
          <p:nvPr/>
        </p:nvSpPr>
        <p:spPr>
          <a:xfrm>
            <a:off x="504491" y="5415652"/>
            <a:ext cx="107231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12800" indent="0" algn="l"/>
            <a:r>
              <a:rPr lang="en-GB" sz="1600" b="1" dirty="0">
                <a:solidFill>
                  <a:srgbClr val="3D3935"/>
                </a:solidFill>
              </a:rPr>
              <a:t>TV × Mobile bundle heatmap → No-bundle customers churn at 20%, vs 12% for bundled (golden handcuffs)</a:t>
            </a:r>
          </a:p>
        </p:txBody>
      </p:sp>
    </p:spTree>
    <p:extLst>
      <p:ext uri="{BB962C8B-B14F-4D97-AF65-F5344CB8AC3E}">
        <p14:creationId xmlns:p14="http://schemas.microsoft.com/office/powerpoint/2010/main" val="1489113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2458F-6B55-A416-7402-A7C88B403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25241-5394-0795-03E4-7BB44FE7C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 dirty="0"/>
              <a:t>Tenure Cohorts vs Churn Rate (Life-stage Curve)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FD85DC-5B2A-F4F6-AC74-D4CCB1DB8FC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22B4C34-8539-4A47-8763-AA072889AAA3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AAD3ED-9FD7-AB7D-A5E8-E9664AE571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264E9A-D534-C695-595F-99B9AA5EC6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11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90FBC7-EB21-64E4-9404-D9AF7CCDF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508" y="1567546"/>
            <a:ext cx="7600292" cy="37229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C6BB0F-9F51-80CD-3A75-6D9D8038B9CC}"/>
              </a:ext>
            </a:extLst>
          </p:cNvPr>
          <p:cNvSpPr txBox="1"/>
          <p:nvPr/>
        </p:nvSpPr>
        <p:spPr>
          <a:xfrm>
            <a:off x="623392" y="5670346"/>
            <a:ext cx="103387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12800" indent="0" algn="l"/>
            <a:r>
              <a:rPr lang="en-GB" sz="1600" b="1" dirty="0">
                <a:solidFill>
                  <a:srgbClr val="3D3935"/>
                </a:solidFill>
              </a:rPr>
              <a:t>Life-stage curve → Churn peaks 13–24 months then falls (tenure effect)</a:t>
            </a:r>
          </a:p>
        </p:txBody>
      </p:sp>
    </p:spTree>
    <p:extLst>
      <p:ext uri="{BB962C8B-B14F-4D97-AF65-F5344CB8AC3E}">
        <p14:creationId xmlns:p14="http://schemas.microsoft.com/office/powerpoint/2010/main" val="2523264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AD734-7DB7-243E-A0AD-A0689CC54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23952-347E-4917-8CC8-A09B098C2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 dirty="0"/>
              <a:t>Data Health: </a:t>
            </a:r>
            <a:r>
              <a:rPr lang="en-GB" sz="2400" dirty="0"/>
              <a:t>Mixed Correlation Heatmap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2A80DC-E9C8-21BA-3989-0C9032BD0FB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22B4C34-8539-4A47-8763-AA072889AAA3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E92532-8AFF-36C0-7E23-27E96D9CA0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408288-AAA9-9853-E0B8-13B5D447A5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B9CEC0-54C6-78B8-3F5D-763472AE3F91}"/>
              </a:ext>
            </a:extLst>
          </p:cNvPr>
          <p:cNvSpPr txBox="1"/>
          <p:nvPr/>
        </p:nvSpPr>
        <p:spPr>
          <a:xfrm>
            <a:off x="7464152" y="1628800"/>
            <a:ext cx="44284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Mixed correlation heatmap (Pearson / Point-Biserial / Cramér's V) → </a:t>
            </a:r>
            <a:r>
              <a:rPr lang="en-GB" sz="12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has_booster</a:t>
            </a:r>
            <a: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↔ </a:t>
            </a:r>
            <a:r>
              <a:rPr lang="en-GB" sz="12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tv_product</a:t>
            </a:r>
            <a: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V=0.34, the key confounder for the logistic model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40B5E7-8E6D-8037-7B4F-142946DEB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650" y="1628800"/>
            <a:ext cx="4761710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817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F09DD-7A5D-3E4F-D39F-1C0EC9DC1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30EE9-C54B-E0A2-C261-F5C93F965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 dirty="0"/>
              <a:t>Non-linear churn by life stage — does churn peak for young or old customers?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D9B1BD-9F9B-0B42-84E4-DC03AA33507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22B4C34-8539-4A47-8763-AA072889AAA3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95DAC2-5EDB-8F0B-F8E8-5042AF4CEB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E9E4A-266C-52D3-42CB-AA53A3E696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5CE9EF-7DDF-FD8B-EF62-2447425DAFAE}"/>
              </a:ext>
            </a:extLst>
          </p:cNvPr>
          <p:cNvSpPr txBox="1"/>
          <p:nvPr/>
        </p:nvSpPr>
        <p:spPr>
          <a:xfrm>
            <a:off x="562708" y="5445224"/>
            <a:ext cx="116292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12800" indent="0" algn="l"/>
            <a:r>
              <a:rPr lang="en-GB" sz="1600" b="1" dirty="0">
                <a:solidFill>
                  <a:srgbClr val="3D3935"/>
                </a:solidFill>
              </a:rPr>
              <a:t>Non-linear Age Check: U-shaped churn curve — young customers (18–25: 19.1%) churn most, drops sharply to 51–65 (12.4%), then rises slightly at 66+ (13.7%). The age_group dummy approach is preferable.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F3C4BE-003F-8FFF-7986-D5EE0D940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600" y="1465886"/>
            <a:ext cx="6407100" cy="349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42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704ED-418A-994F-D23A-6A632A156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623C4-58CE-FE28-30C0-5DAAD09E4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 dirty="0"/>
              <a:t>Regional Churn: </a:t>
            </a:r>
            <a:r>
              <a:rPr lang="en-GB" sz="2400" dirty="0"/>
              <a:t>Average Churned Rate by Swiss Region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E7553B-9E4D-882D-8D5B-9EAA27E5F87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22B4C34-8539-4A47-8763-AA072889AAA3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C5CDF0-CAB6-DF62-CA79-2EAFC1F51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3AC11-4106-2BC3-717A-B38709936D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42D549-2133-34C6-6AD8-F937E99745E7}"/>
              </a:ext>
            </a:extLst>
          </p:cNvPr>
          <p:cNvSpPr txBox="1"/>
          <p:nvPr/>
        </p:nvSpPr>
        <p:spPr>
          <a:xfrm>
            <a:off x="562708" y="5445224"/>
            <a:ext cx="116292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12800" indent="0" algn="l"/>
            <a:r>
              <a:rPr lang="en-GB" sz="1600" b="1" dirty="0">
                <a:solidFill>
                  <a:srgbClr val="3D3935"/>
                </a:solidFill>
              </a:rPr>
              <a:t>Regional Churn: Bern/Mittelland (14.6%), Lake Geneva (14.4%), and Zürich (14.3%) are above the 14.1% average; Eastern Switzerland (13.2%) and Central Switzerland (13.6%) are below. Regional variation is modest (~1.4pp range) but real.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ACA44E-1CB7-4CF2-8734-246D78980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0" y="1762022"/>
            <a:ext cx="7762180" cy="3465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300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F06B0-DB72-0C98-D1D9-94BC2C5BB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066FE-C7B5-8F4A-77BF-B3A79D8BA8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2400" b="1" dirty="0"/>
              <a:t>Appendix: </a:t>
            </a:r>
            <a:r>
              <a:rPr lang="en-GB" sz="2400" dirty="0"/>
              <a:t>AME, ATT</a:t>
            </a:r>
            <a:endParaRPr lang="en-CH" sz="2400" dirty="0"/>
          </a:p>
        </p:txBody>
      </p:sp>
    </p:spTree>
    <p:extLst>
      <p:ext uri="{BB962C8B-B14F-4D97-AF65-F5344CB8AC3E}">
        <p14:creationId xmlns:p14="http://schemas.microsoft.com/office/powerpoint/2010/main" val="1593813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EDEBA-E730-F910-E755-D4C70EE08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401D7-A488-235A-9042-120CD43D6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 dirty="0"/>
              <a:t>Propensity score matching: </a:t>
            </a:r>
            <a:r>
              <a:rPr lang="en-GB" sz="2400" dirty="0"/>
              <a:t>Average treatment effect on treated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1E98D8-19DA-283E-44E3-6F83649B2E7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22B4C34-8539-4A47-8763-AA072889AAA3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2D0A03-B75E-6C28-78E4-819DC36982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640907-0F6C-48D4-5E49-5EE72B6E54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DD697F-47B0-BD8E-3964-8DB3628D0830}"/>
              </a:ext>
            </a:extLst>
          </p:cNvPr>
          <p:cNvSpPr txBox="1"/>
          <p:nvPr/>
        </p:nvSpPr>
        <p:spPr>
          <a:xfrm>
            <a:off x="406800" y="1556791"/>
            <a:ext cx="11161808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## Method Overview With Formulas</a:t>
            </a:r>
            <a:endParaRPr lang="en-GB" sz="9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b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</a:br>
            <a: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Let $</a:t>
            </a:r>
            <a:r>
              <a:rPr lang="en-GB" sz="9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T_i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GB" sz="9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\in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\{</a:t>
            </a:r>
            <a:r>
              <a:rPr lang="en-GB" sz="9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0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,</a:t>
            </a:r>
            <a:r>
              <a:rPr lang="en-GB" sz="9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1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\}</a:t>
            </a:r>
            <a: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 indicate booster adoption, $</a:t>
            </a:r>
            <a:r>
              <a:rPr lang="en-GB" sz="9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Y_i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GB" sz="9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\in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\{</a:t>
            </a:r>
            <a:r>
              <a:rPr lang="en-GB" sz="9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0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,</a:t>
            </a:r>
            <a:r>
              <a:rPr lang="en-GB" sz="9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1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\}</a:t>
            </a:r>
            <a: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 indicate churn, and $</a:t>
            </a:r>
            <a:r>
              <a:rPr lang="en-GB" sz="9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X_i</a:t>
            </a:r>
            <a: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 be observed covariates.</a:t>
            </a:r>
          </a:p>
          <a:p>
            <a:b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</a:br>
            <a:r>
              <a:rPr lang="en-GB" sz="9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### 1) Propensity score estimation</a:t>
            </a:r>
            <a:endParaRPr lang="en-GB" sz="9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b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</a:br>
            <a: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We estimate treatment selection with logistic regression:</a:t>
            </a:r>
          </a:p>
          <a:p>
            <a: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$$</a:t>
            </a:r>
          </a:p>
          <a:p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e(</a:t>
            </a:r>
            <a:r>
              <a:rPr lang="en-GB" sz="9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X_i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 = P(</a:t>
            </a:r>
            <a:r>
              <a:rPr lang="en-GB" sz="9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T_i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=</a:t>
            </a:r>
            <a:r>
              <a:rPr lang="en-GB" sz="9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1</a:t>
            </a:r>
            <a:r>
              <a:rPr lang="en-GB" sz="9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\mid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GB" sz="9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X_i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 = </a:t>
            </a:r>
            <a:r>
              <a:rPr lang="en-GB" sz="9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\Lambda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en-GB" sz="9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X_i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^</a:t>
            </a:r>
            <a:r>
              <a:rPr lang="en-GB" sz="9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\top\beta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), </a:t>
            </a:r>
            <a:r>
              <a:rPr lang="en-GB" sz="9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\quad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GB" sz="9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\Lambda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(z)=</a:t>
            </a:r>
            <a:r>
              <a:rPr lang="en-GB" sz="9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</a:t>
            </a:r>
            <a:r>
              <a:rPr lang="en-GB" sz="9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frac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{</a:t>
            </a:r>
            <a:r>
              <a:rPr lang="en-GB" sz="9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1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}{</a:t>
            </a:r>
            <a:r>
              <a:rPr lang="en-GB" sz="9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1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+e^{-z}}</a:t>
            </a:r>
            <a:endParaRPr lang="en-GB" sz="9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$$</a:t>
            </a:r>
          </a:p>
          <a:p>
            <a:b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</a:br>
            <a:r>
              <a:rPr lang="en-GB" sz="9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### 2) Nearest-</a:t>
            </a:r>
            <a:r>
              <a:rPr lang="en-GB" sz="900" b="1" dirty="0" err="1">
                <a:solidFill>
                  <a:srgbClr val="8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neighbor</a:t>
            </a:r>
            <a:r>
              <a:rPr lang="en-GB" sz="9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matching in score space</a:t>
            </a:r>
            <a:endParaRPr lang="en-GB" sz="9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b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</a:br>
            <a: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For each treated unit $</a:t>
            </a:r>
            <a:r>
              <a:rPr lang="en-GB" sz="9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</a:t>
            </a:r>
            <a: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 ($</a:t>
            </a:r>
            <a:r>
              <a:rPr lang="en-GB" sz="9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T_i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=</a:t>
            </a:r>
            <a:r>
              <a:rPr lang="en-GB" sz="9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1</a:t>
            </a:r>
            <a: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$), find control unit(s) $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j</a:t>
            </a:r>
            <a: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 ($</a:t>
            </a:r>
            <a:r>
              <a:rPr lang="en-GB" sz="9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T_j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=</a:t>
            </a:r>
            <a:r>
              <a:rPr lang="en-GB" sz="9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0</a:t>
            </a:r>
            <a: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$) that minimize</a:t>
            </a:r>
          </a:p>
          <a:p>
            <a: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$$</a:t>
            </a:r>
          </a:p>
          <a:p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d(</a:t>
            </a:r>
            <a:r>
              <a:rPr lang="en-GB" sz="9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i,j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)=|e(</a:t>
            </a:r>
            <a:r>
              <a:rPr lang="en-GB" sz="9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X_i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)-e(</a:t>
            </a:r>
            <a:r>
              <a:rPr lang="en-GB" sz="9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X_j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)|</a:t>
            </a:r>
            <a:endParaRPr lang="en-GB" sz="9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$$</a:t>
            </a:r>
          </a:p>
          <a:p>
            <a: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subject to </a:t>
            </a:r>
            <a:r>
              <a:rPr lang="en-GB" sz="9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caliper</a:t>
            </a:r>
            <a: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constraint $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d(</a:t>
            </a:r>
            <a:r>
              <a:rPr lang="en-GB" sz="9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i,j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 </a:t>
            </a:r>
            <a:r>
              <a:rPr lang="en-GB" sz="9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\le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c</a:t>
            </a:r>
            <a: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$. This notebook uses $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k=</a:t>
            </a:r>
            <a:r>
              <a:rPr lang="en-GB" sz="9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1</a:t>
            </a:r>
            <a: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 match per treated unit and </a:t>
            </a:r>
            <a:r>
              <a:rPr lang="en-GB" sz="9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caliper</a:t>
            </a:r>
            <a: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$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c=</a:t>
            </a:r>
            <a:r>
              <a:rPr lang="en-GB" sz="9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0.02</a:t>
            </a:r>
            <a: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$.</a:t>
            </a:r>
          </a:p>
          <a:p>
            <a:b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</a:br>
            <a:r>
              <a:rPr lang="en-GB" sz="9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### 3) Counterfactual construction and ATT</a:t>
            </a:r>
            <a:endParaRPr lang="en-GB" sz="9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b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</a:br>
            <a: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With matched control set $</a:t>
            </a:r>
            <a:r>
              <a:rPr lang="en-GB" sz="9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</a:t>
            </a:r>
            <a:r>
              <a:rPr lang="en-GB" sz="9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mathcal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{M}(</a:t>
            </a:r>
            <a:r>
              <a:rPr lang="en-GB" sz="9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</a:t>
            </a:r>
            <a: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 for treated unit $</a:t>
            </a:r>
            <a:r>
              <a:rPr lang="en-GB" sz="9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</a:t>
            </a:r>
            <a: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$, estimate its counterfactual outcome as</a:t>
            </a:r>
          </a:p>
          <a:p>
            <a: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$$</a:t>
            </a:r>
          </a:p>
          <a:p>
            <a:r>
              <a:rPr lang="en-GB" sz="9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</a:t>
            </a:r>
            <a:r>
              <a:rPr lang="en-GB" sz="9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widehat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{</a:t>
            </a:r>
            <a:r>
              <a:rPr lang="en-GB" sz="9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Y_i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en-GB" sz="9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0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)} = </a:t>
            </a:r>
            <a:r>
              <a:rPr lang="en-GB" sz="9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</a:t>
            </a:r>
            <a:r>
              <a:rPr lang="en-GB" sz="9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frac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{</a:t>
            </a:r>
            <a:r>
              <a:rPr lang="en-GB" sz="9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1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}{|</a:t>
            </a:r>
            <a:r>
              <a:rPr lang="en-GB" sz="9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</a:t>
            </a:r>
            <a:r>
              <a:rPr lang="en-GB" sz="9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mathcal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{M}(</a:t>
            </a:r>
            <a:r>
              <a:rPr lang="en-GB" sz="9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)|}</a:t>
            </a:r>
            <a:r>
              <a:rPr lang="en-GB" sz="9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</a:t>
            </a:r>
            <a:r>
              <a:rPr lang="en-GB" sz="9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sum_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{j</a:t>
            </a:r>
            <a:r>
              <a:rPr lang="en-GB" sz="9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\in\</a:t>
            </a:r>
            <a:r>
              <a:rPr lang="en-GB" sz="9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mathcal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{M}(</a:t>
            </a:r>
            <a:r>
              <a:rPr lang="en-GB" sz="9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)} </a:t>
            </a:r>
            <a:r>
              <a:rPr lang="en-GB" sz="9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Y_j</a:t>
            </a:r>
            <a:endParaRPr lang="en-GB" sz="9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$$</a:t>
            </a:r>
          </a:p>
          <a:p>
            <a: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Then estimate ATT over matched treated units $</a:t>
            </a:r>
            <a:r>
              <a:rPr lang="en-GB" sz="9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</a:t>
            </a:r>
            <a:r>
              <a:rPr lang="en-GB" sz="9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mathcal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{T}_m</a:t>
            </a:r>
            <a: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$:</a:t>
            </a:r>
          </a:p>
          <a:p>
            <a: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$$</a:t>
            </a:r>
          </a:p>
          <a:p>
            <a:r>
              <a:rPr lang="en-GB" sz="9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</a:t>
            </a:r>
            <a:r>
              <a:rPr lang="en-GB" sz="9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widehat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{</a:t>
            </a:r>
            <a:r>
              <a:rPr lang="en-GB" sz="9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</a:t>
            </a:r>
            <a:r>
              <a:rPr lang="en-GB" sz="9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mathrm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{ATT}} = </a:t>
            </a:r>
            <a:r>
              <a:rPr lang="en-GB" sz="9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</a:t>
            </a:r>
            <a:r>
              <a:rPr lang="en-GB" sz="9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frac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{</a:t>
            </a:r>
            <a:r>
              <a:rPr lang="en-GB" sz="9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1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}{|</a:t>
            </a:r>
            <a:r>
              <a:rPr lang="en-GB" sz="9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</a:t>
            </a:r>
            <a:r>
              <a:rPr lang="en-GB" sz="9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mathcal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{T}_m|}</a:t>
            </a:r>
            <a:r>
              <a:rPr lang="en-GB" sz="9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</a:t>
            </a:r>
            <a:r>
              <a:rPr lang="en-GB" sz="9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sum_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{</a:t>
            </a:r>
            <a:r>
              <a:rPr lang="en-GB" sz="9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</a:t>
            </a:r>
            <a:r>
              <a:rPr lang="en-GB" sz="9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\in\</a:t>
            </a:r>
            <a:r>
              <a:rPr lang="en-GB" sz="9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mathcal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{T}_m}</a:t>
            </a:r>
            <a:r>
              <a:rPr lang="en-GB" sz="9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\left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en-GB" sz="9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Y_i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-</a:t>
            </a:r>
            <a:r>
              <a:rPr lang="en-GB" sz="9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</a:t>
            </a:r>
            <a:r>
              <a:rPr lang="en-GB" sz="9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widehat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{</a:t>
            </a:r>
            <a:r>
              <a:rPr lang="en-GB" sz="9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Y_i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en-GB" sz="9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0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)}</a:t>
            </a:r>
            <a:r>
              <a:rPr lang="en-GB" sz="9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\right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</a:t>
            </a:r>
            <a:endParaRPr lang="en-GB" sz="9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$$</a:t>
            </a:r>
          </a:p>
          <a:p>
            <a:b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</a:br>
            <a:r>
              <a:rPr lang="en-GB" sz="9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### 4) Interpretation</a:t>
            </a:r>
            <a:endParaRPr lang="en-GB" sz="9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b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</a:br>
            <a: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Because $</a:t>
            </a:r>
            <a:r>
              <a:rPr lang="en-GB" sz="9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Y=</a:t>
            </a:r>
            <a:r>
              <a:rPr lang="en-GB" sz="9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1</a:t>
            </a:r>
            <a:r>
              <a:rPr lang="en-GB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 means churn, a negative ATT means boosters reduce churn for users who actually adopted boosters.</a:t>
            </a:r>
          </a:p>
        </p:txBody>
      </p:sp>
    </p:spTree>
    <p:extLst>
      <p:ext uri="{BB962C8B-B14F-4D97-AF65-F5344CB8AC3E}">
        <p14:creationId xmlns:p14="http://schemas.microsoft.com/office/powerpoint/2010/main" val="932144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A947C-12A8-28F2-E45E-6D4929E66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382DA-1251-21F3-E013-4B8372335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 dirty="0"/>
              <a:t>Propensity score matching: </a:t>
            </a:r>
            <a:r>
              <a:rPr lang="en-GB" sz="2400" dirty="0"/>
              <a:t>results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2C4E89-67F3-638C-208D-9EEC4B20413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22B4C34-8539-4A47-8763-AA072889AAA3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DDDF58-CD71-DA85-B136-9586FC9B44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8E6504-DA46-648E-F0C5-64BD746E7F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1D8B18-8DB9-D76C-E6AD-C5CD010B1702}"/>
              </a:ext>
            </a:extLst>
          </p:cNvPr>
          <p:cNvSpPr txBox="1"/>
          <p:nvPr/>
        </p:nvSpPr>
        <p:spPr>
          <a:xfrm>
            <a:off x="406800" y="1556791"/>
            <a:ext cx="111618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Baseline ATT (</a:t>
            </a:r>
            <a:r>
              <a:rPr lang="en-GB" sz="900" b="0" i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caliper</a:t>
            </a:r>
            <a:r>
              <a:rPr lang="en-GB" sz="9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=0.02, ratio=1:1): -1.63 pp Matched pairs: 25,000 | Coverage: 100.0% Average match distance: 0.0000</a:t>
            </a:r>
            <a:endParaRPr lang="en-GB" sz="9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8880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1856F-A877-4085-A221-1EFFD8355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A9B80-74AC-7AE7-DC1E-2AB2712B1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 dirty="0"/>
              <a:t>Logistic regression: </a:t>
            </a:r>
            <a:r>
              <a:rPr lang="en-GB" sz="2400" dirty="0"/>
              <a:t>Average marginal effect (AME) and HTE (heterogenious treatment effect)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1529E9-8F3E-E8CF-9D5A-7A485BAC7F4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22B4C34-8539-4A47-8763-AA072889AAA3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627F12-9131-C3F6-C82D-B0EB9651C7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78E922-6A79-1932-1967-144809AA25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F89BF0-DA34-F87F-D016-619B5C525D08}"/>
              </a:ext>
            </a:extLst>
          </p:cNvPr>
          <p:cNvSpPr txBox="1"/>
          <p:nvPr/>
        </p:nvSpPr>
        <p:spPr>
          <a:xfrm>
            <a:off x="504012" y="1367819"/>
            <a:ext cx="1073608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Logit allows to estimate the causal effect of booster adoption on churn probability while allowing the effect to vary by internet-usage tier.</a:t>
            </a:r>
          </a:p>
          <a:p>
            <a:b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</a:br>
            <a: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Let:</a:t>
            </a:r>
          </a:p>
          <a:p>
            <a:r>
              <a:rPr lang="en-GB" sz="1200" b="0" dirty="0">
                <a:solidFill>
                  <a:srgbClr val="0451A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-</a:t>
            </a:r>
            <a: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$</a:t>
            </a:r>
            <a:r>
              <a:rPr lang="en-GB" sz="12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Y_i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\in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\{</a:t>
            </a:r>
            <a:r>
              <a:rPr lang="en-GB" sz="12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0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,</a:t>
            </a:r>
            <a:r>
              <a:rPr lang="en-GB" sz="12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1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\}</a:t>
            </a:r>
            <a: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 be churn</a:t>
            </a:r>
          </a:p>
          <a:p>
            <a:r>
              <a:rPr lang="en-GB" sz="1200" b="0" dirty="0">
                <a:solidFill>
                  <a:srgbClr val="0451A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-</a:t>
            </a:r>
            <a: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$</a:t>
            </a:r>
            <a:r>
              <a:rPr lang="en-GB" sz="12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T_i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\in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\{</a:t>
            </a:r>
            <a:r>
              <a:rPr lang="en-GB" sz="12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0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,</a:t>
            </a:r>
            <a:r>
              <a:rPr lang="en-GB" sz="12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1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\}</a:t>
            </a:r>
            <a: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 be booster adoption</a:t>
            </a:r>
          </a:p>
          <a:p>
            <a:r>
              <a:rPr lang="en-GB" sz="1200" b="0" dirty="0">
                <a:solidFill>
                  <a:srgbClr val="0451A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-</a:t>
            </a:r>
            <a: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$</a:t>
            </a:r>
            <a:r>
              <a:rPr lang="en-GB" sz="12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G_i</a:t>
            </a:r>
            <a: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 be internet-usage tier</a:t>
            </a:r>
          </a:p>
          <a:p>
            <a:r>
              <a:rPr lang="en-GB" sz="1200" b="0" dirty="0">
                <a:solidFill>
                  <a:srgbClr val="0451A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-</a:t>
            </a:r>
            <a: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$</a:t>
            </a:r>
            <a:r>
              <a:rPr lang="en-GB" sz="12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X_i</a:t>
            </a:r>
            <a: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 be control covariates (age, tenure, TV/mobile products, commune)</a:t>
            </a:r>
          </a:p>
          <a:p>
            <a:b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</a:br>
            <a: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We fit an interaction logistic model:</a:t>
            </a:r>
          </a:p>
          <a:p>
            <a: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$$</a:t>
            </a:r>
          </a:p>
          <a:p>
            <a:r>
              <a:rPr lang="en-GB" sz="12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</a:t>
            </a:r>
            <a:r>
              <a:rPr lang="en-GB" sz="12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Pr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en-GB" sz="12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Y_i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=</a:t>
            </a:r>
            <a:r>
              <a:rPr lang="en-GB" sz="12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1</a:t>
            </a:r>
            <a:r>
              <a:rPr lang="en-GB" sz="12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\mid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GB" sz="12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T_i,G_i,X_i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 = </a:t>
            </a:r>
            <a:r>
              <a:rPr lang="en-GB" sz="12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\Lambda\left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(\beta_</a:t>
            </a:r>
            <a:r>
              <a:rPr lang="en-GB" sz="12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0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+ </a:t>
            </a:r>
            <a:r>
              <a:rPr lang="en-GB" sz="12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</a:t>
            </a:r>
            <a:r>
              <a:rPr lang="en-GB" sz="12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beta_T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GB" sz="12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T_i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+ </a:t>
            </a:r>
            <a:r>
              <a:rPr lang="en-GB" sz="12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</a:t>
            </a:r>
            <a:r>
              <a:rPr lang="en-GB" sz="12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beta_G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^</a:t>
            </a:r>
            <a:r>
              <a:rPr lang="en-GB" sz="12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\top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GB" sz="12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G_i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+ </a:t>
            </a:r>
            <a:r>
              <a:rPr lang="en-GB" sz="12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</a:t>
            </a:r>
            <a:r>
              <a:rPr lang="en-GB" sz="12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beta_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{TG}^</a:t>
            </a:r>
            <a:r>
              <a:rPr lang="en-GB" sz="12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\top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en-GB" sz="12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T_i</a:t>
            </a:r>
            <a:r>
              <a:rPr lang="en-GB" sz="12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</a:t>
            </a:r>
            <a:r>
              <a:rPr lang="en-GB" sz="12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cdot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GB" sz="12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G_i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 + </a:t>
            </a:r>
            <a:r>
              <a:rPr lang="en-GB" sz="12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\gamma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^</a:t>
            </a:r>
            <a:r>
              <a:rPr lang="en-GB" sz="12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\top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GB" sz="12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X_i</a:t>
            </a:r>
            <a:r>
              <a:rPr lang="en-GB" sz="12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\right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),</a:t>
            </a:r>
            <a:endParaRPr lang="en-GB" sz="12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r>
              <a:rPr lang="en-GB" sz="12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\quad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\Lambda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(z)=</a:t>
            </a:r>
            <a:r>
              <a:rPr lang="en-GB" sz="12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</a:t>
            </a:r>
            <a:r>
              <a:rPr lang="en-GB" sz="12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frac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{</a:t>
            </a:r>
            <a:r>
              <a:rPr lang="en-GB" sz="12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1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}{</a:t>
            </a:r>
            <a:r>
              <a:rPr lang="en-GB" sz="12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1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+e^{-z}}</a:t>
            </a:r>
            <a:endParaRPr lang="en-GB" sz="12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$$</a:t>
            </a:r>
          </a:p>
          <a:p>
            <a:b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</a:br>
            <a: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Why interaction matters: $</a:t>
            </a:r>
            <a:r>
              <a:rPr lang="en-GB" sz="12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</a:t>
            </a:r>
            <a:r>
              <a:rPr lang="en-GB" sz="12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beta_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{TG}</a:t>
            </a:r>
            <a: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 allows booster impact to differ across tiers instead of forcing one common treatment effect.</a:t>
            </a:r>
          </a:p>
          <a:p>
            <a:b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</a:br>
            <a: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Potential-outcome view at unit level:</a:t>
            </a:r>
          </a:p>
          <a:p>
            <a: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$$</a:t>
            </a:r>
          </a:p>
          <a:p>
            <a:r>
              <a:rPr lang="en-GB" sz="12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</a:t>
            </a:r>
            <a:r>
              <a:rPr lang="en-GB" sz="12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widehat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{</a:t>
            </a:r>
            <a:r>
              <a:rPr lang="en-GB" sz="12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\tau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}_</a:t>
            </a:r>
            <a:r>
              <a:rPr lang="en-GB" sz="12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= </a:t>
            </a:r>
            <a:r>
              <a:rPr lang="en-GB" sz="12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\hat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GB" sz="12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p_i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en-GB" sz="12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1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)-</a:t>
            </a:r>
            <a:r>
              <a:rPr lang="en-GB" sz="12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\hat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GB" sz="12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p_i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en-GB" sz="12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0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</a:t>
            </a:r>
            <a:endParaRPr lang="en-GB" sz="12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$$</a:t>
            </a:r>
          </a:p>
          <a:p>
            <a: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where $</a:t>
            </a:r>
            <a:r>
              <a:rPr lang="en-GB" sz="12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\hat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GB" sz="12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p_i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en-GB" sz="12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1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</a:t>
            </a:r>
            <a: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 is predicted churn with $</a:t>
            </a:r>
            <a:r>
              <a:rPr lang="en-GB" sz="12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T_i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=</a:t>
            </a:r>
            <a:r>
              <a:rPr lang="en-GB" sz="12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1</a:t>
            </a:r>
            <a: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 and $</a:t>
            </a:r>
            <a:r>
              <a:rPr lang="en-GB" sz="12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\hat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GB" sz="12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p_i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en-GB" sz="12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0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</a:t>
            </a:r>
            <a: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 with $</a:t>
            </a:r>
            <a:r>
              <a:rPr lang="en-GB" sz="12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T_i</a:t>
            </a:r>
            <a:r>
              <a:rPr lang="en-GB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=</a:t>
            </a:r>
            <a:r>
              <a:rPr lang="en-GB" sz="12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0</a:t>
            </a:r>
            <a: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$, holding all other features fixed for the same user.</a:t>
            </a:r>
          </a:p>
        </p:txBody>
      </p:sp>
    </p:spTree>
    <p:extLst>
      <p:ext uri="{BB962C8B-B14F-4D97-AF65-F5344CB8AC3E}">
        <p14:creationId xmlns:p14="http://schemas.microsoft.com/office/powerpoint/2010/main" val="38577175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D164C-F0AB-B122-43A5-0C0823B9A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4A908-6D8B-653B-D660-A711DBE2B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 dirty="0"/>
              <a:t>Logistic regression: </a:t>
            </a:r>
            <a:r>
              <a:rPr lang="en-GB" sz="2400" dirty="0"/>
              <a:t>Results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D7546C-D95C-8CB9-19A5-2136E9B9B9E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22B4C34-8539-4A47-8763-AA072889AAA3}" type="datetime1">
              <a:rPr lang="en-GB" smtClean="0"/>
              <a:t>19/06/2026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B2D42F-B3D1-DA73-6137-D1E567650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908F72-A12B-B9DC-5FED-CAAC1305F0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FFB286-5BE7-0A15-1D4A-E429BE75CC34}"/>
              </a:ext>
            </a:extLst>
          </p:cNvPr>
          <p:cNvSpPr txBox="1"/>
          <p:nvPr/>
        </p:nvSpPr>
        <p:spPr>
          <a:xfrm>
            <a:off x="406800" y="1556792"/>
            <a:ext cx="8742775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Logit Regression Results ============================================================================== Dep. Variable: churned No. Observations: 125000 Model: Logit </a:t>
            </a:r>
            <a:r>
              <a:rPr lang="en-GB" sz="1200" b="0" i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Df</a:t>
            </a:r>
            <a:r>
              <a:rPr lang="en-GB" sz="12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Residuals: 124983 Method: MLE </a:t>
            </a:r>
            <a:r>
              <a:rPr lang="en-GB" sz="1200" b="0" i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Df</a:t>
            </a:r>
            <a:r>
              <a:rPr lang="en-GB" sz="12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Model: 16 Date: Wed, 17 Jun 2026 Pseudo R-</a:t>
            </a:r>
            <a:r>
              <a:rPr lang="en-GB" sz="1200" b="0" i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squ</a:t>
            </a:r>
            <a:r>
              <a:rPr lang="en-GB" sz="12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.: 0.01244 Time: 12:41:40 Log-Likelihood: -50271. converged: True LL-Null: -50905. Covariance Type: </a:t>
            </a:r>
            <a:r>
              <a:rPr lang="en-GB" sz="1200" b="0" i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nonrobust</a:t>
            </a:r>
            <a:r>
              <a:rPr lang="en-GB" sz="12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LLR p-value: 8.079e-260 ============================================================================================================ </a:t>
            </a:r>
            <a:r>
              <a:rPr lang="en-GB" sz="1200" b="0" i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coef</a:t>
            </a:r>
            <a:r>
              <a:rPr lang="en-GB" sz="12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std err z P&gt;|z| [0.025 0.975] ------------------------------------------------------------------------------------------------------------ Intercept -1.9277 0.041 -46.603 0.000 -2.009 -1.847 C(</a:t>
            </a:r>
            <a:r>
              <a:rPr lang="en-GB" sz="1200" b="0" i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internet_usage</a:t>
            </a:r>
            <a:r>
              <a:rPr lang="en-GB" sz="12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)[</a:t>
            </a:r>
            <a:r>
              <a:rPr lang="en-GB" sz="1200" b="0" i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T.Medium</a:t>
            </a:r>
            <a:r>
              <a:rPr lang="en-GB" sz="12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 -0.0265 0.024 -1.120 0.263 -0.073 0.020 C(</a:t>
            </a:r>
            <a:r>
              <a:rPr lang="en-GB" sz="1200" b="0" i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internet_usage</a:t>
            </a:r>
            <a:r>
              <a:rPr lang="en-GB" sz="12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)[</a:t>
            </a:r>
            <a:r>
              <a:rPr lang="en-GB" sz="1200" b="0" i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T.High</a:t>
            </a:r>
            <a:r>
              <a:rPr lang="en-GB" sz="12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 -0.0024 0.025 -0.094 0.925 -0.051 0.047 C(</a:t>
            </a:r>
            <a:r>
              <a:rPr lang="en-GB" sz="1200" b="0" i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internet_usage</a:t>
            </a:r>
            <a:r>
              <a:rPr lang="en-GB" sz="12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)[</a:t>
            </a:r>
            <a:r>
              <a:rPr lang="en-GB" sz="1200" b="0" i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T.Extreme</a:t>
            </a:r>
            <a:r>
              <a:rPr lang="en-GB" sz="12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 0.2143 0.029 7.285 0.000 0.157 0.272 C(</a:t>
            </a:r>
            <a:r>
              <a:rPr lang="en-GB" sz="1200" b="0" i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tv_product</a:t>
            </a:r>
            <a:r>
              <a:rPr lang="en-GB" sz="12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)[</a:t>
            </a:r>
            <a:r>
              <a:rPr lang="en-GB" sz="1200" b="0" i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T.Low</a:t>
            </a:r>
            <a:r>
              <a:rPr lang="en-GB" sz="12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 -0.0449 0.028 -1.594 0.111 -0.100 0.010 C(</a:t>
            </a:r>
            <a:r>
              <a:rPr lang="en-GB" sz="1200" b="0" i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tv_product</a:t>
            </a:r>
            <a:r>
              <a:rPr lang="en-GB" sz="12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)[</a:t>
            </a:r>
            <a:r>
              <a:rPr lang="en-GB" sz="1200" b="0" i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T.Medium</a:t>
            </a:r>
            <a:r>
              <a:rPr lang="en-GB" sz="12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 -0.0436 0.029 -1.509 0.131 -0.100 0.013 C(</a:t>
            </a:r>
            <a:r>
              <a:rPr lang="en-GB" sz="1200" b="0" i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tv_product</a:t>
            </a:r>
            <a:r>
              <a:rPr lang="en-GB" sz="12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)[</a:t>
            </a:r>
            <a:r>
              <a:rPr lang="en-GB" sz="1200" b="0" i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T.no_product</a:t>
            </a:r>
            <a:r>
              <a:rPr lang="en-GB" sz="12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 0.2225 0.029 7.772 0.000 0.166 0.279 C(</a:t>
            </a:r>
            <a:r>
              <a:rPr lang="en-GB" sz="1200" b="0" i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mobile_product</a:t>
            </a:r>
            <a:r>
              <a:rPr lang="en-GB" sz="12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)[</a:t>
            </a:r>
            <a:r>
              <a:rPr lang="en-GB" sz="1200" b="0" i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T.Low</a:t>
            </a:r>
            <a:r>
              <a:rPr lang="en-GB" sz="12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 0.0261 0.023 1.143 0.253 -0.019 0.071 C(</a:t>
            </a:r>
            <a:r>
              <a:rPr lang="en-GB" sz="1200" b="0" i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mobile_product</a:t>
            </a:r>
            <a:r>
              <a:rPr lang="en-GB" sz="12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)[</a:t>
            </a:r>
            <a:r>
              <a:rPr lang="en-GB" sz="1200" b="0" i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T.Medium</a:t>
            </a:r>
            <a:r>
              <a:rPr lang="en-GB" sz="12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 -0.0040 0.024 -0.168 0.867 -0.050 0.043 C(</a:t>
            </a:r>
            <a:r>
              <a:rPr lang="en-GB" sz="1200" b="0" i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mobile_product</a:t>
            </a:r>
            <a:r>
              <a:rPr lang="en-GB" sz="12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)[</a:t>
            </a:r>
            <a:r>
              <a:rPr lang="en-GB" sz="1200" b="0" i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T.no_product</a:t>
            </a:r>
            <a:r>
              <a:rPr lang="en-GB" sz="12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 0.3365 0.022 15.325 0.000 0.294 0.380 C(commune)[</a:t>
            </a:r>
            <a:r>
              <a:rPr lang="en-GB" sz="1200" b="0" i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T.urban</a:t>
            </a:r>
            <a:r>
              <a:rPr lang="en-GB" sz="12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 0.3142 0.017 18.694 0.000 0.281 0.347 </a:t>
            </a:r>
            <a:r>
              <a:rPr lang="en-GB" sz="1200" b="0" i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has_booster</a:t>
            </a:r>
            <a:r>
              <a:rPr lang="en-GB" sz="12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-0.0155 0.062 -0.250 0.802 -0.137 0.106 </a:t>
            </a:r>
            <a:r>
              <a:rPr lang="en-GB" sz="1200" b="0" i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has_booster:C</a:t>
            </a:r>
            <a:r>
              <a:rPr lang="en-GB" sz="12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200" b="0" i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internet_usage</a:t>
            </a:r>
            <a:r>
              <a:rPr lang="en-GB" sz="12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)[</a:t>
            </a:r>
            <a:r>
              <a:rPr lang="en-GB" sz="1200" b="0" i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T.Medium</a:t>
            </a:r>
            <a:r>
              <a:rPr lang="en-GB" sz="12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 0.0563 0.073 0.769 0.442 -0.087 0.200 </a:t>
            </a:r>
            <a:r>
              <a:rPr lang="en-GB" sz="1200" b="0" i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has_booster:C</a:t>
            </a:r>
            <a:r>
              <a:rPr lang="en-GB" sz="12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200" b="0" i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internet_usage</a:t>
            </a:r>
            <a:r>
              <a:rPr lang="en-GB" sz="12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)[</a:t>
            </a:r>
            <a:r>
              <a:rPr lang="en-GB" sz="1200" b="0" i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T.High</a:t>
            </a:r>
            <a:r>
              <a:rPr lang="en-GB" sz="12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 0.0160 0.071 0.224 0.823 -0.124 0.156 </a:t>
            </a:r>
            <a:r>
              <a:rPr lang="en-GB" sz="1200" b="0" i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has_booster:C</a:t>
            </a:r>
            <a:r>
              <a:rPr lang="en-GB" sz="12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200" b="0" i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internet_usage</a:t>
            </a:r>
            <a:r>
              <a:rPr lang="en-GB" sz="12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)[</a:t>
            </a:r>
            <a:r>
              <a:rPr lang="en-GB" sz="1200" b="0" i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T.Extreme</a:t>
            </a:r>
            <a:r>
              <a:rPr lang="en-GB" sz="1200" b="0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 -0.5502 0.076 -7.278 0.000 -0.698 -0.402 age -0.0048 0.000 -11.939 0.000 -0.006 -0.004 tenure 0.0021 0.000 4.241 0.000 0.001 0.003 ============================================================================================================</a:t>
            </a:r>
            <a:endParaRPr lang="en-CZ" sz="1200" dirty="0"/>
          </a:p>
        </p:txBody>
      </p:sp>
    </p:spTree>
    <p:extLst>
      <p:ext uri="{BB962C8B-B14F-4D97-AF65-F5344CB8AC3E}">
        <p14:creationId xmlns:p14="http://schemas.microsoft.com/office/powerpoint/2010/main" val="41412073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1461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GmbH_Sunrise">
  <a:themeElements>
    <a:clrScheme name="Sunrise Corporate Design">
      <a:dk1>
        <a:srgbClr val="3D3935"/>
      </a:dk1>
      <a:lt1>
        <a:srgbClr val="FFFFFF"/>
      </a:lt1>
      <a:dk2>
        <a:srgbClr val="DA291C"/>
      </a:dk2>
      <a:lt2>
        <a:srgbClr val="E6E3DF"/>
      </a:lt2>
      <a:accent1>
        <a:srgbClr val="133F5C"/>
      </a:accent1>
      <a:accent2>
        <a:srgbClr val="F3A533"/>
      </a:accent2>
      <a:accent3>
        <a:srgbClr val="940359"/>
      </a:accent3>
      <a:accent4>
        <a:srgbClr val="BC4F90"/>
      </a:accent4>
      <a:accent5>
        <a:srgbClr val="F15B4D"/>
      </a:accent5>
      <a:accent6>
        <a:srgbClr val="6450A4"/>
      </a:accent6>
      <a:hlink>
        <a:srgbClr val="0563C1"/>
      </a:hlink>
      <a:folHlink>
        <a:srgbClr val="954F72"/>
      </a:folHlink>
    </a:clrScheme>
    <a:fontScheme name="GmbH_Sunris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Spiegelu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Info 1">
      <a:srgbClr val="3A4FC7"/>
    </a:custClr>
    <a:custClr name="Info 2">
      <a:srgbClr val="E88548"/>
    </a:custClr>
    <a:custClr name="Info 3">
      <a:srgbClr val="9B64BD"/>
    </a:custClr>
    <a:custClr name="Info 4">
      <a:srgbClr val="C9367C"/>
    </a:custClr>
    <a:custClr name="Info 5">
      <a:srgbClr val="F15B4D"/>
    </a:custClr>
  </a:custClrLst>
  <a:extLst>
    <a:ext uri="{05A4C25C-085E-4340-85A3-A5531E510DB2}">
      <thm15:themeFamily xmlns:thm15="http://schemas.microsoft.com/office/thememl/2012/main" name="PPT Template Blank (4).potx" id="{94C88737-ED72-4533-8250-C20E80F79C2C}" vid="{B0562CF9-87C1-4A86-A97B-B1381537DBF5}"/>
    </a:ext>
  </a:extLst>
</a:theme>
</file>

<file path=ppt/theme/theme2.xml><?xml version="1.0" encoding="utf-8"?>
<a:theme xmlns:a="http://schemas.openxmlformats.org/drawingml/2006/main" name="GmbH_Sunrise">
  <a:themeElements>
    <a:clrScheme name="Sunrise Corporate Design">
      <a:dk1>
        <a:srgbClr val="3D3935"/>
      </a:dk1>
      <a:lt1>
        <a:srgbClr val="FFFFFF"/>
      </a:lt1>
      <a:dk2>
        <a:srgbClr val="DA291C"/>
      </a:dk2>
      <a:lt2>
        <a:srgbClr val="E6E3DF"/>
      </a:lt2>
      <a:accent1>
        <a:srgbClr val="133F5C"/>
      </a:accent1>
      <a:accent2>
        <a:srgbClr val="F3A533"/>
      </a:accent2>
      <a:accent3>
        <a:srgbClr val="940359"/>
      </a:accent3>
      <a:accent4>
        <a:srgbClr val="BC4F90"/>
      </a:accent4>
      <a:accent5>
        <a:srgbClr val="F15B4D"/>
      </a:accent5>
      <a:accent6>
        <a:srgbClr val="6450A4"/>
      </a:accent6>
      <a:hlink>
        <a:srgbClr val="0563C1"/>
      </a:hlink>
      <a:folHlink>
        <a:srgbClr val="954F72"/>
      </a:folHlink>
    </a:clrScheme>
    <a:fontScheme name="GmbH_Sunris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Spiegelu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Info 1">
      <a:srgbClr val="3A4FC7"/>
    </a:custClr>
    <a:custClr name="Info 2">
      <a:srgbClr val="E88548"/>
    </a:custClr>
    <a:custClr name="Info 3">
      <a:srgbClr val="9B64BD"/>
    </a:custClr>
    <a:custClr name="Info 4">
      <a:srgbClr val="C9367C"/>
    </a:custClr>
    <a:custClr name="Info 5">
      <a:srgbClr val="F15B4D"/>
    </a:custClr>
  </a:custClrLst>
  <a:extLst>
    <a:ext uri="{05A4C25C-085E-4340-85A3-A5531E510DB2}">
      <thm15:themeFamily xmlns:thm15="http://schemas.microsoft.com/office/thememl/2012/main" name="PPT Template Blank (4).potx" id="{94C88737-ED72-4533-8250-C20E80F79C2C}" vid="{B0562CF9-87C1-4A86-A97B-B1381537DBF5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5D0B35E-B1AB-3843-AD86-533FBBE7E1A4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02212706-af19-44ed-ba66-9f3eac4b3a19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C3F629B479E684C98A115D743AE17AD" ma:contentTypeVersion="6" ma:contentTypeDescription="Ein neues Dokument erstellen." ma:contentTypeScope="" ma:versionID="54b9edd7663d60bb18de8a401c8ae558">
  <xsd:schema xmlns:xsd="http://www.w3.org/2001/XMLSchema" xmlns:xs="http://www.w3.org/2001/XMLSchema" xmlns:p="http://schemas.microsoft.com/office/2006/metadata/properties" xmlns:ns2="e8db6923-9182-43c2-a7ce-2531ce75c35a" xmlns:ns3="e38efed2-7168-4933-8783-d4c0cfbbf168" targetNamespace="http://schemas.microsoft.com/office/2006/metadata/properties" ma:root="true" ma:fieldsID="3f01319d051765709a6f928e8430e9e2" ns2:_="" ns3:_="">
    <xsd:import namespace="e8db6923-9182-43c2-a7ce-2531ce75c35a"/>
    <xsd:import namespace="e38efed2-7168-4933-8783-d4c0cfbbf1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db6923-9182-43c2-a7ce-2531ce75c3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8efed2-7168-4933-8783-d4c0cfbbf168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1D789B4-2504-4345-ABBB-06503D676E35}">
  <ds:schemaRefs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elements/1.1/"/>
    <ds:schemaRef ds:uri="e38efed2-7168-4933-8783-d4c0cfbbf168"/>
    <ds:schemaRef ds:uri="http://schemas.openxmlformats.org/package/2006/metadata/core-properties"/>
    <ds:schemaRef ds:uri="http://schemas.microsoft.com/office/2006/metadata/properties"/>
    <ds:schemaRef ds:uri="e8db6923-9182-43c2-a7ce-2531ce75c35a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6758CFF-ECE1-4BC0-9EC3-9F9F0BA7FB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db6923-9182-43c2-a7ce-2531ce75c35a"/>
    <ds:schemaRef ds:uri="e38efed2-7168-4933-8783-d4c0cfbbf1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645C6B0-7992-4F59-918D-EC7DBE52C00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d33132b-6f1b-488f-a083-829d45dae31f}" enabled="1" method="Standard" siteId="{ac66e848-7cb4-490d-b461-4eb2e62f8340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Sunrise_Corporate_Brand_Blank</Template>
  <TotalTime>8357</TotalTime>
  <Words>1734</Words>
  <Application>Microsoft Macintosh PowerPoint</Application>
  <PresentationFormat>Widescreen</PresentationFormat>
  <Paragraphs>161</Paragraphs>
  <Slides>20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Menlo</vt:lpstr>
      <vt:lpstr>Tahoma</vt:lpstr>
      <vt:lpstr>GmbH_Sunrise</vt:lpstr>
      <vt:lpstr>GmbH_Sunrise</vt:lpstr>
      <vt:lpstr>think-cell Slide</vt:lpstr>
      <vt:lpstr>WiFi Booster Impact</vt:lpstr>
      <vt:lpstr>Executive Summary: Targeted rollout unlocks CHF +20.7M</vt:lpstr>
      <vt:lpstr>How much does the booster reduce cancelation?</vt:lpstr>
      <vt:lpstr>Heavy users self-select into the booster</vt:lpstr>
      <vt:lpstr>Extreme internet users drive the entire booster benefit</vt:lpstr>
      <vt:lpstr>Targeted vs. blanket: CHF +20.7M vs. CHF −22M</vt:lpstr>
      <vt:lpstr>Appendix: EDA</vt:lpstr>
      <vt:lpstr>Booster Adoption by Commune (Urban vs Rural)</vt:lpstr>
      <vt:lpstr>Tenure Distributions: Booster vs No-Booster (Boxplot)</vt:lpstr>
      <vt:lpstr>Bundle Stickiness: Churn Rate by TV × Mobile Product</vt:lpstr>
      <vt:lpstr>Tenure Cohorts vs Churn Rate (Life-stage Curve)</vt:lpstr>
      <vt:lpstr>Data Health: Mixed Correlation Heatmap</vt:lpstr>
      <vt:lpstr>Non-linear churn by life stage — does churn peak for young or old customers?</vt:lpstr>
      <vt:lpstr>Regional Churn: Average Churned Rate by Swiss Region</vt:lpstr>
      <vt:lpstr>Appendix: AME, ATT</vt:lpstr>
      <vt:lpstr>Propensity score matching: Average treatment effect on treated</vt:lpstr>
      <vt:lpstr>Propensity score matching: results</vt:lpstr>
      <vt:lpstr>Logistic regression: Average marginal effect (AME) and HTE (heterogenious treatment effect)</vt:lpstr>
      <vt:lpstr>Logistic regression: Results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Lämmel, Klaus</dc:creator>
  <cp:lastModifiedBy>Babenyshev Stanislav</cp:lastModifiedBy>
  <cp:revision>19</cp:revision>
  <dcterms:created xsi:type="dcterms:W3CDTF">2026-05-26T15:46:55Z</dcterms:created>
  <dcterms:modified xsi:type="dcterms:W3CDTF">2026-06-19T07:48:32Z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0x0101007C3F629B479E684C98A115D743AE17AD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GmbH_Sunrise:18</vt:lpwstr>
  </property>
  <property fmtid="{D5CDD505-2E9C-101B-9397-08002B2CF9AE}" pid="5" name="ClassificationContentMarkingFooterText">
    <vt:lpwstr>Internal</vt:lpwstr>
  </property>
</Properties>
</file>